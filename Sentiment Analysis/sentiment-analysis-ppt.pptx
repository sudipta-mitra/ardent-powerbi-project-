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12"/>
  </p:notesMasterIdLst>
  <p:sldIdLst>
    <p:sldId id="256" r:id="rId2"/>
    <p:sldId id="288" r:id="rId3"/>
    <p:sldId id="257" r:id="rId4"/>
    <p:sldId id="286" r:id="rId5"/>
    <p:sldId id="287" r:id="rId6"/>
    <p:sldId id="261" r:id="rId7"/>
    <p:sldId id="284" r:id="rId8"/>
    <p:sldId id="279" r:id="rId9"/>
    <p:sldId id="263" r:id="rId10"/>
    <p:sldId id="285" r:id="rId11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13"/>
    </p:embeddedFont>
    <p:embeddedFont>
      <p:font typeface="Poppins" panose="00000500000000000000" pitchFamily="2" charset="0"/>
      <p:regular r:id="rId14"/>
      <p:bold r:id="rId15"/>
      <p:italic r:id="rId16"/>
      <p:boldItalic r:id="rId17"/>
    </p:embeddedFont>
    <p:embeddedFont>
      <p:font typeface="Poppins SemiBold" panose="00000700000000000000" pitchFamily="2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E2661C2-F330-4E52-9B4B-223BD4D991B6}">
  <a:tblStyle styleId="{3E2661C2-F330-4E52-9B4B-223BD4D991B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368" autoAdjust="0"/>
    <p:restoredTop sz="94660"/>
  </p:normalViewPr>
  <p:slideViewPr>
    <p:cSldViewPr snapToGrid="0">
      <p:cViewPr varScale="1">
        <p:scale>
          <a:sx n="87" d="100"/>
          <a:sy n="87" d="100"/>
        </p:scale>
        <p:origin x="51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07E99D1-9885-4065-89C6-D0A02A371519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4602DA1-3365-42A9-88C9-E94BADC7049A}">
      <dgm:prSet phldrT="[Text]"/>
      <dgm:spPr/>
      <dgm:t>
        <a:bodyPr/>
        <a:lstStyle/>
        <a:p>
          <a:pPr>
            <a:buAutoNum type="arabicPeriod"/>
          </a:pPr>
          <a:r>
            <a:rPr lang="en-US" b="1" dirty="0"/>
            <a:t>Introduction and Objective</a:t>
          </a:r>
          <a:endParaRPr lang="en-US" dirty="0"/>
        </a:p>
      </dgm:t>
    </dgm:pt>
    <dgm:pt modelId="{123BD1AE-87A0-431F-A70D-AAC085EA7F4E}" type="parTrans" cxnId="{2D98CA7B-EA4B-4EF2-B143-F8AB2BD25AC7}">
      <dgm:prSet/>
      <dgm:spPr/>
      <dgm:t>
        <a:bodyPr/>
        <a:lstStyle/>
        <a:p>
          <a:endParaRPr lang="en-US"/>
        </a:p>
      </dgm:t>
    </dgm:pt>
    <dgm:pt modelId="{F50F25B9-38B9-4961-8F28-FB15C0747871}" type="sibTrans" cxnId="{2D98CA7B-EA4B-4EF2-B143-F8AB2BD25AC7}">
      <dgm:prSet/>
      <dgm:spPr/>
      <dgm:t>
        <a:bodyPr/>
        <a:lstStyle/>
        <a:p>
          <a:endParaRPr lang="en-US"/>
        </a:p>
      </dgm:t>
    </dgm:pt>
    <dgm:pt modelId="{FE9D583A-A0B6-4E2F-81E3-2FEBA9A8C5B6}">
      <dgm:prSet/>
      <dgm:spPr/>
      <dgm:t>
        <a:bodyPr/>
        <a:lstStyle/>
        <a:p>
          <a:r>
            <a:rPr lang="en-US" b="1"/>
            <a:t>Sentiment Analysis Workflow</a:t>
          </a:r>
          <a:endParaRPr lang="en-US" b="1" dirty="0"/>
        </a:p>
      </dgm:t>
    </dgm:pt>
    <dgm:pt modelId="{AC63B439-6AC0-4276-B26C-1626E86BBF9B}" type="parTrans" cxnId="{CAFE0418-5827-4480-B316-50317404E782}">
      <dgm:prSet/>
      <dgm:spPr/>
      <dgm:t>
        <a:bodyPr/>
        <a:lstStyle/>
        <a:p>
          <a:endParaRPr lang="en-US"/>
        </a:p>
      </dgm:t>
    </dgm:pt>
    <dgm:pt modelId="{7EA3485C-2DFF-4F0F-B146-4493B5236E04}" type="sibTrans" cxnId="{CAFE0418-5827-4480-B316-50317404E782}">
      <dgm:prSet/>
      <dgm:spPr/>
      <dgm:t>
        <a:bodyPr/>
        <a:lstStyle/>
        <a:p>
          <a:endParaRPr lang="en-US"/>
        </a:p>
      </dgm:t>
    </dgm:pt>
    <dgm:pt modelId="{460848A3-2EDB-4335-AB03-F8560CC66081}">
      <dgm:prSet/>
      <dgm:spPr/>
      <dgm:t>
        <a:bodyPr/>
        <a:lstStyle/>
        <a:p>
          <a:r>
            <a:rPr lang="en-US" b="1"/>
            <a:t>Model Selection </a:t>
          </a:r>
          <a:endParaRPr lang="en-US" b="1" dirty="0"/>
        </a:p>
      </dgm:t>
    </dgm:pt>
    <dgm:pt modelId="{4B018613-7F92-46D9-B306-6C9B1A496BCF}" type="parTrans" cxnId="{9548525B-629A-4113-BB7E-8BBB6BEE1863}">
      <dgm:prSet/>
      <dgm:spPr/>
      <dgm:t>
        <a:bodyPr/>
        <a:lstStyle/>
        <a:p>
          <a:endParaRPr lang="en-US"/>
        </a:p>
      </dgm:t>
    </dgm:pt>
    <dgm:pt modelId="{3B5102FA-F2C7-453F-878E-2F1DC5CE385D}" type="sibTrans" cxnId="{9548525B-629A-4113-BB7E-8BBB6BEE1863}">
      <dgm:prSet/>
      <dgm:spPr/>
      <dgm:t>
        <a:bodyPr/>
        <a:lstStyle/>
        <a:p>
          <a:endParaRPr lang="en-US"/>
        </a:p>
      </dgm:t>
    </dgm:pt>
    <dgm:pt modelId="{D40AF8B6-26FC-4C09-89A1-555DD9F61EF2}">
      <dgm:prSet/>
      <dgm:spPr/>
      <dgm:t>
        <a:bodyPr/>
        <a:lstStyle/>
        <a:p>
          <a:r>
            <a:rPr lang="en-US" b="1"/>
            <a:t>Model Evaluation </a:t>
          </a:r>
          <a:endParaRPr lang="en-US" b="1" dirty="0"/>
        </a:p>
      </dgm:t>
    </dgm:pt>
    <dgm:pt modelId="{F2238508-A563-4946-A51E-41F59B89B9CB}" type="parTrans" cxnId="{47FCF141-DC41-4E49-80B2-E78E2C66985C}">
      <dgm:prSet/>
      <dgm:spPr/>
      <dgm:t>
        <a:bodyPr/>
        <a:lstStyle/>
        <a:p>
          <a:endParaRPr lang="en-US"/>
        </a:p>
      </dgm:t>
    </dgm:pt>
    <dgm:pt modelId="{685324E7-513B-4333-BC67-0E353EE29EB5}" type="sibTrans" cxnId="{47FCF141-DC41-4E49-80B2-E78E2C66985C}">
      <dgm:prSet/>
      <dgm:spPr/>
      <dgm:t>
        <a:bodyPr/>
        <a:lstStyle/>
        <a:p>
          <a:endParaRPr lang="en-US"/>
        </a:p>
      </dgm:t>
    </dgm:pt>
    <dgm:pt modelId="{EADA0CB9-915C-498B-9ADC-E7F4EC8A8085}">
      <dgm:prSet/>
      <dgm:spPr/>
      <dgm:t>
        <a:bodyPr/>
        <a:lstStyle/>
        <a:p>
          <a:r>
            <a:rPr lang="en-US" b="1"/>
            <a:t>Limitations and Future Work</a:t>
          </a:r>
          <a:endParaRPr lang="en-US" b="1" dirty="0"/>
        </a:p>
      </dgm:t>
    </dgm:pt>
    <dgm:pt modelId="{676A3857-A076-4DC1-8BEB-D3F1AA6399CF}" type="parTrans" cxnId="{7F75A1C9-0565-418E-BD06-BD0E8432A6ED}">
      <dgm:prSet/>
      <dgm:spPr/>
      <dgm:t>
        <a:bodyPr/>
        <a:lstStyle/>
        <a:p>
          <a:endParaRPr lang="en-US"/>
        </a:p>
      </dgm:t>
    </dgm:pt>
    <dgm:pt modelId="{E4533253-69DC-4A3F-82FA-F742EA060CC7}" type="sibTrans" cxnId="{7F75A1C9-0565-418E-BD06-BD0E8432A6ED}">
      <dgm:prSet/>
      <dgm:spPr/>
      <dgm:t>
        <a:bodyPr/>
        <a:lstStyle/>
        <a:p>
          <a:endParaRPr lang="en-US"/>
        </a:p>
      </dgm:t>
    </dgm:pt>
    <dgm:pt modelId="{BEA0CE04-3C79-413F-9A1C-B459A94F2644}">
      <dgm:prSet/>
      <dgm:spPr/>
      <dgm:t>
        <a:bodyPr/>
        <a:lstStyle/>
        <a:p>
          <a:r>
            <a:rPr lang="en-US" b="1"/>
            <a:t>Conclusion </a:t>
          </a:r>
          <a:endParaRPr lang="en-US" b="1" dirty="0"/>
        </a:p>
      </dgm:t>
    </dgm:pt>
    <dgm:pt modelId="{F6C76438-44FB-4668-8451-D9DD7C5EEB48}" type="parTrans" cxnId="{E300E974-8456-4A34-BBEA-D57195243516}">
      <dgm:prSet/>
      <dgm:spPr/>
      <dgm:t>
        <a:bodyPr/>
        <a:lstStyle/>
        <a:p>
          <a:endParaRPr lang="en-US"/>
        </a:p>
      </dgm:t>
    </dgm:pt>
    <dgm:pt modelId="{FFE3B61A-ED09-413B-88E4-B3A969D37936}" type="sibTrans" cxnId="{E300E974-8456-4A34-BBEA-D57195243516}">
      <dgm:prSet/>
      <dgm:spPr/>
      <dgm:t>
        <a:bodyPr/>
        <a:lstStyle/>
        <a:p>
          <a:endParaRPr lang="en-US"/>
        </a:p>
      </dgm:t>
    </dgm:pt>
    <dgm:pt modelId="{303E2C2F-43E8-486F-8E4F-1AB148DE91AD}" type="pres">
      <dgm:prSet presAssocID="{807E99D1-9885-4065-89C6-D0A02A371519}" presName="Name0" presStyleCnt="0">
        <dgm:presLayoutVars>
          <dgm:chMax val="7"/>
          <dgm:chPref val="7"/>
          <dgm:dir/>
        </dgm:presLayoutVars>
      </dgm:prSet>
      <dgm:spPr/>
    </dgm:pt>
    <dgm:pt modelId="{4D63DBAC-1BCA-4647-8817-2F456BF4A14D}" type="pres">
      <dgm:prSet presAssocID="{807E99D1-9885-4065-89C6-D0A02A371519}" presName="Name1" presStyleCnt="0"/>
      <dgm:spPr/>
    </dgm:pt>
    <dgm:pt modelId="{C3265B37-9A9D-45F1-9DC1-4F1997714299}" type="pres">
      <dgm:prSet presAssocID="{807E99D1-9885-4065-89C6-D0A02A371519}" presName="cycle" presStyleCnt="0"/>
      <dgm:spPr/>
    </dgm:pt>
    <dgm:pt modelId="{5A0E5B6E-A96C-49D2-B474-63448D1F8D9D}" type="pres">
      <dgm:prSet presAssocID="{807E99D1-9885-4065-89C6-D0A02A371519}" presName="srcNode" presStyleLbl="node1" presStyleIdx="0" presStyleCnt="6"/>
      <dgm:spPr/>
    </dgm:pt>
    <dgm:pt modelId="{EB1364EE-841B-4FB7-B5AB-39F9514AB5BD}" type="pres">
      <dgm:prSet presAssocID="{807E99D1-9885-4065-89C6-D0A02A371519}" presName="conn" presStyleLbl="parChTrans1D2" presStyleIdx="0" presStyleCnt="1"/>
      <dgm:spPr/>
    </dgm:pt>
    <dgm:pt modelId="{B7E4AEDB-0D92-43C4-814A-E63B6A426B4B}" type="pres">
      <dgm:prSet presAssocID="{807E99D1-9885-4065-89C6-D0A02A371519}" presName="extraNode" presStyleLbl="node1" presStyleIdx="0" presStyleCnt="6"/>
      <dgm:spPr/>
    </dgm:pt>
    <dgm:pt modelId="{65E5DA2B-04A5-435E-89AC-4012DAA7CA7A}" type="pres">
      <dgm:prSet presAssocID="{807E99D1-9885-4065-89C6-D0A02A371519}" presName="dstNode" presStyleLbl="node1" presStyleIdx="0" presStyleCnt="6"/>
      <dgm:spPr/>
    </dgm:pt>
    <dgm:pt modelId="{1C9D0DA6-E97F-47D0-957F-BA934A516745}" type="pres">
      <dgm:prSet presAssocID="{34602DA1-3365-42A9-88C9-E94BADC7049A}" presName="text_1" presStyleLbl="node1" presStyleIdx="0" presStyleCnt="6">
        <dgm:presLayoutVars>
          <dgm:bulletEnabled val="1"/>
        </dgm:presLayoutVars>
      </dgm:prSet>
      <dgm:spPr/>
    </dgm:pt>
    <dgm:pt modelId="{79226B34-3890-478E-B703-27EECE830115}" type="pres">
      <dgm:prSet presAssocID="{34602DA1-3365-42A9-88C9-E94BADC7049A}" presName="accent_1" presStyleCnt="0"/>
      <dgm:spPr/>
    </dgm:pt>
    <dgm:pt modelId="{DF09A0AF-BF62-44CF-B4EB-69153BE7333A}" type="pres">
      <dgm:prSet presAssocID="{34602DA1-3365-42A9-88C9-E94BADC7049A}" presName="accentRepeatNode" presStyleLbl="solidFgAcc1" presStyleIdx="0" presStyleCnt="6"/>
      <dgm:spPr/>
    </dgm:pt>
    <dgm:pt modelId="{68E62EC7-7C91-4ACB-B742-1AA9213C7196}" type="pres">
      <dgm:prSet presAssocID="{FE9D583A-A0B6-4E2F-81E3-2FEBA9A8C5B6}" presName="text_2" presStyleLbl="node1" presStyleIdx="1" presStyleCnt="6">
        <dgm:presLayoutVars>
          <dgm:bulletEnabled val="1"/>
        </dgm:presLayoutVars>
      </dgm:prSet>
      <dgm:spPr/>
    </dgm:pt>
    <dgm:pt modelId="{F4C33EBB-35F4-4CA7-8273-1EE96AE10048}" type="pres">
      <dgm:prSet presAssocID="{FE9D583A-A0B6-4E2F-81E3-2FEBA9A8C5B6}" presName="accent_2" presStyleCnt="0"/>
      <dgm:spPr/>
    </dgm:pt>
    <dgm:pt modelId="{DE209B84-133B-455E-A6F5-CF4EE6FFE0D7}" type="pres">
      <dgm:prSet presAssocID="{FE9D583A-A0B6-4E2F-81E3-2FEBA9A8C5B6}" presName="accentRepeatNode" presStyleLbl="solidFgAcc1" presStyleIdx="1" presStyleCnt="6"/>
      <dgm:spPr/>
    </dgm:pt>
    <dgm:pt modelId="{E8B796B0-CE66-49D2-9809-55AEF305FB51}" type="pres">
      <dgm:prSet presAssocID="{460848A3-2EDB-4335-AB03-F8560CC66081}" presName="text_3" presStyleLbl="node1" presStyleIdx="2" presStyleCnt="6">
        <dgm:presLayoutVars>
          <dgm:bulletEnabled val="1"/>
        </dgm:presLayoutVars>
      </dgm:prSet>
      <dgm:spPr/>
    </dgm:pt>
    <dgm:pt modelId="{C37ED302-E8F6-4642-AD2B-1BB14B7A498A}" type="pres">
      <dgm:prSet presAssocID="{460848A3-2EDB-4335-AB03-F8560CC66081}" presName="accent_3" presStyleCnt="0"/>
      <dgm:spPr/>
    </dgm:pt>
    <dgm:pt modelId="{8745D6F3-85BA-4A91-898C-ABD53C5F45DC}" type="pres">
      <dgm:prSet presAssocID="{460848A3-2EDB-4335-AB03-F8560CC66081}" presName="accentRepeatNode" presStyleLbl="solidFgAcc1" presStyleIdx="2" presStyleCnt="6"/>
      <dgm:spPr/>
    </dgm:pt>
    <dgm:pt modelId="{034F776D-3469-439B-AA7C-37A01C7C1A85}" type="pres">
      <dgm:prSet presAssocID="{D40AF8B6-26FC-4C09-89A1-555DD9F61EF2}" presName="text_4" presStyleLbl="node1" presStyleIdx="3" presStyleCnt="6">
        <dgm:presLayoutVars>
          <dgm:bulletEnabled val="1"/>
        </dgm:presLayoutVars>
      </dgm:prSet>
      <dgm:spPr/>
    </dgm:pt>
    <dgm:pt modelId="{6CBC9EE7-749E-4A86-B447-8E0647034D3B}" type="pres">
      <dgm:prSet presAssocID="{D40AF8B6-26FC-4C09-89A1-555DD9F61EF2}" presName="accent_4" presStyleCnt="0"/>
      <dgm:spPr/>
    </dgm:pt>
    <dgm:pt modelId="{CD827CD7-16B2-41F9-B329-D5C20354DDD4}" type="pres">
      <dgm:prSet presAssocID="{D40AF8B6-26FC-4C09-89A1-555DD9F61EF2}" presName="accentRepeatNode" presStyleLbl="solidFgAcc1" presStyleIdx="3" presStyleCnt="6"/>
      <dgm:spPr/>
    </dgm:pt>
    <dgm:pt modelId="{57CDB5E1-65CB-4E70-9AF6-B98798BEE204}" type="pres">
      <dgm:prSet presAssocID="{EADA0CB9-915C-498B-9ADC-E7F4EC8A8085}" presName="text_5" presStyleLbl="node1" presStyleIdx="4" presStyleCnt="6">
        <dgm:presLayoutVars>
          <dgm:bulletEnabled val="1"/>
        </dgm:presLayoutVars>
      </dgm:prSet>
      <dgm:spPr/>
    </dgm:pt>
    <dgm:pt modelId="{34B26AD4-74D8-49C4-8A89-ADF00D671AA7}" type="pres">
      <dgm:prSet presAssocID="{EADA0CB9-915C-498B-9ADC-E7F4EC8A8085}" presName="accent_5" presStyleCnt="0"/>
      <dgm:spPr/>
    </dgm:pt>
    <dgm:pt modelId="{3843CB9F-5423-4B50-89DC-908A8294B566}" type="pres">
      <dgm:prSet presAssocID="{EADA0CB9-915C-498B-9ADC-E7F4EC8A8085}" presName="accentRepeatNode" presStyleLbl="solidFgAcc1" presStyleIdx="4" presStyleCnt="6"/>
      <dgm:spPr/>
    </dgm:pt>
    <dgm:pt modelId="{CDF983DB-3F70-45AA-A5B8-ABC60DC157D6}" type="pres">
      <dgm:prSet presAssocID="{BEA0CE04-3C79-413F-9A1C-B459A94F2644}" presName="text_6" presStyleLbl="node1" presStyleIdx="5" presStyleCnt="6">
        <dgm:presLayoutVars>
          <dgm:bulletEnabled val="1"/>
        </dgm:presLayoutVars>
      </dgm:prSet>
      <dgm:spPr/>
    </dgm:pt>
    <dgm:pt modelId="{09A8425B-6C61-4527-8AF3-C758AD11D25D}" type="pres">
      <dgm:prSet presAssocID="{BEA0CE04-3C79-413F-9A1C-B459A94F2644}" presName="accent_6" presStyleCnt="0"/>
      <dgm:spPr/>
    </dgm:pt>
    <dgm:pt modelId="{214DA2C7-FEB8-408A-840D-5717414DE48C}" type="pres">
      <dgm:prSet presAssocID="{BEA0CE04-3C79-413F-9A1C-B459A94F2644}" presName="accentRepeatNode" presStyleLbl="solidFgAcc1" presStyleIdx="5" presStyleCnt="6"/>
      <dgm:spPr/>
    </dgm:pt>
  </dgm:ptLst>
  <dgm:cxnLst>
    <dgm:cxn modelId="{555CE206-527A-4F85-A7F5-2428D1566F81}" type="presOf" srcId="{F50F25B9-38B9-4961-8F28-FB15C0747871}" destId="{EB1364EE-841B-4FB7-B5AB-39F9514AB5BD}" srcOrd="0" destOrd="0" presId="urn:microsoft.com/office/officeart/2008/layout/VerticalCurvedList"/>
    <dgm:cxn modelId="{CAFE0418-5827-4480-B316-50317404E782}" srcId="{807E99D1-9885-4065-89C6-D0A02A371519}" destId="{FE9D583A-A0B6-4E2F-81E3-2FEBA9A8C5B6}" srcOrd="1" destOrd="0" parTransId="{AC63B439-6AC0-4276-B26C-1626E86BBF9B}" sibTransId="{7EA3485C-2DFF-4F0F-B146-4493B5236E04}"/>
    <dgm:cxn modelId="{F8719A31-F448-4778-9174-4EF21A461411}" type="presOf" srcId="{D40AF8B6-26FC-4C09-89A1-555DD9F61EF2}" destId="{034F776D-3469-439B-AA7C-37A01C7C1A85}" srcOrd="0" destOrd="0" presId="urn:microsoft.com/office/officeart/2008/layout/VerticalCurvedList"/>
    <dgm:cxn modelId="{9548525B-629A-4113-BB7E-8BBB6BEE1863}" srcId="{807E99D1-9885-4065-89C6-D0A02A371519}" destId="{460848A3-2EDB-4335-AB03-F8560CC66081}" srcOrd="2" destOrd="0" parTransId="{4B018613-7F92-46D9-B306-6C9B1A496BCF}" sibTransId="{3B5102FA-F2C7-453F-878E-2F1DC5CE385D}"/>
    <dgm:cxn modelId="{D9221C41-69DC-483E-92BE-80ED57D2BEC4}" type="presOf" srcId="{34602DA1-3365-42A9-88C9-E94BADC7049A}" destId="{1C9D0DA6-E97F-47D0-957F-BA934A516745}" srcOrd="0" destOrd="0" presId="urn:microsoft.com/office/officeart/2008/layout/VerticalCurvedList"/>
    <dgm:cxn modelId="{47FCF141-DC41-4E49-80B2-E78E2C66985C}" srcId="{807E99D1-9885-4065-89C6-D0A02A371519}" destId="{D40AF8B6-26FC-4C09-89A1-555DD9F61EF2}" srcOrd="3" destOrd="0" parTransId="{F2238508-A563-4946-A51E-41F59B89B9CB}" sibTransId="{685324E7-513B-4333-BC67-0E353EE29EB5}"/>
    <dgm:cxn modelId="{F9607966-10AC-4E0E-9182-E89F8C1A8DB5}" type="presOf" srcId="{FE9D583A-A0B6-4E2F-81E3-2FEBA9A8C5B6}" destId="{68E62EC7-7C91-4ACB-B742-1AA9213C7196}" srcOrd="0" destOrd="0" presId="urn:microsoft.com/office/officeart/2008/layout/VerticalCurvedList"/>
    <dgm:cxn modelId="{E300E974-8456-4A34-BBEA-D57195243516}" srcId="{807E99D1-9885-4065-89C6-D0A02A371519}" destId="{BEA0CE04-3C79-413F-9A1C-B459A94F2644}" srcOrd="5" destOrd="0" parTransId="{F6C76438-44FB-4668-8451-D9DD7C5EEB48}" sibTransId="{FFE3B61A-ED09-413B-88E4-B3A969D37936}"/>
    <dgm:cxn modelId="{2B728276-368E-4D27-AF0A-FDD1D2AF561B}" type="presOf" srcId="{EADA0CB9-915C-498B-9ADC-E7F4EC8A8085}" destId="{57CDB5E1-65CB-4E70-9AF6-B98798BEE204}" srcOrd="0" destOrd="0" presId="urn:microsoft.com/office/officeart/2008/layout/VerticalCurvedList"/>
    <dgm:cxn modelId="{2D98CA7B-EA4B-4EF2-B143-F8AB2BD25AC7}" srcId="{807E99D1-9885-4065-89C6-D0A02A371519}" destId="{34602DA1-3365-42A9-88C9-E94BADC7049A}" srcOrd="0" destOrd="0" parTransId="{123BD1AE-87A0-431F-A70D-AAC085EA7F4E}" sibTransId="{F50F25B9-38B9-4961-8F28-FB15C0747871}"/>
    <dgm:cxn modelId="{735B9DAB-57A9-47F9-B2C9-F15E14A93548}" type="presOf" srcId="{460848A3-2EDB-4335-AB03-F8560CC66081}" destId="{E8B796B0-CE66-49D2-9809-55AEF305FB51}" srcOrd="0" destOrd="0" presId="urn:microsoft.com/office/officeart/2008/layout/VerticalCurvedList"/>
    <dgm:cxn modelId="{FD6835C9-70D0-47D1-983F-1DC9D256751F}" type="presOf" srcId="{BEA0CE04-3C79-413F-9A1C-B459A94F2644}" destId="{CDF983DB-3F70-45AA-A5B8-ABC60DC157D6}" srcOrd="0" destOrd="0" presId="urn:microsoft.com/office/officeart/2008/layout/VerticalCurvedList"/>
    <dgm:cxn modelId="{7F75A1C9-0565-418E-BD06-BD0E8432A6ED}" srcId="{807E99D1-9885-4065-89C6-D0A02A371519}" destId="{EADA0CB9-915C-498B-9ADC-E7F4EC8A8085}" srcOrd="4" destOrd="0" parTransId="{676A3857-A076-4DC1-8BEB-D3F1AA6399CF}" sibTransId="{E4533253-69DC-4A3F-82FA-F742EA060CC7}"/>
    <dgm:cxn modelId="{76B715E9-8D2B-4A9C-B9D4-B688DA196A62}" type="presOf" srcId="{807E99D1-9885-4065-89C6-D0A02A371519}" destId="{303E2C2F-43E8-486F-8E4F-1AB148DE91AD}" srcOrd="0" destOrd="0" presId="urn:microsoft.com/office/officeart/2008/layout/VerticalCurvedList"/>
    <dgm:cxn modelId="{A43876E8-9EF6-4BE0-998F-C797D92752F2}" type="presParOf" srcId="{303E2C2F-43E8-486F-8E4F-1AB148DE91AD}" destId="{4D63DBAC-1BCA-4647-8817-2F456BF4A14D}" srcOrd="0" destOrd="0" presId="urn:microsoft.com/office/officeart/2008/layout/VerticalCurvedList"/>
    <dgm:cxn modelId="{BD131D41-D2A0-4CAF-A432-AD2945D275D6}" type="presParOf" srcId="{4D63DBAC-1BCA-4647-8817-2F456BF4A14D}" destId="{C3265B37-9A9D-45F1-9DC1-4F1997714299}" srcOrd="0" destOrd="0" presId="urn:microsoft.com/office/officeart/2008/layout/VerticalCurvedList"/>
    <dgm:cxn modelId="{37E263CF-30D3-4B1D-80A7-46872FC04B4D}" type="presParOf" srcId="{C3265B37-9A9D-45F1-9DC1-4F1997714299}" destId="{5A0E5B6E-A96C-49D2-B474-63448D1F8D9D}" srcOrd="0" destOrd="0" presId="urn:microsoft.com/office/officeart/2008/layout/VerticalCurvedList"/>
    <dgm:cxn modelId="{61D08785-15B6-4EA6-8C57-16D4338A66B7}" type="presParOf" srcId="{C3265B37-9A9D-45F1-9DC1-4F1997714299}" destId="{EB1364EE-841B-4FB7-B5AB-39F9514AB5BD}" srcOrd="1" destOrd="0" presId="urn:microsoft.com/office/officeart/2008/layout/VerticalCurvedList"/>
    <dgm:cxn modelId="{B4F8A675-DCE7-4925-86D5-2C5FE50086D0}" type="presParOf" srcId="{C3265B37-9A9D-45F1-9DC1-4F1997714299}" destId="{B7E4AEDB-0D92-43C4-814A-E63B6A426B4B}" srcOrd="2" destOrd="0" presId="urn:microsoft.com/office/officeart/2008/layout/VerticalCurvedList"/>
    <dgm:cxn modelId="{BEA5D488-C62F-4083-9B7C-97E26CD07677}" type="presParOf" srcId="{C3265B37-9A9D-45F1-9DC1-4F1997714299}" destId="{65E5DA2B-04A5-435E-89AC-4012DAA7CA7A}" srcOrd="3" destOrd="0" presId="urn:microsoft.com/office/officeart/2008/layout/VerticalCurvedList"/>
    <dgm:cxn modelId="{75EE9529-3B1E-4FAC-87ED-FED06FBFB5EC}" type="presParOf" srcId="{4D63DBAC-1BCA-4647-8817-2F456BF4A14D}" destId="{1C9D0DA6-E97F-47D0-957F-BA934A516745}" srcOrd="1" destOrd="0" presId="urn:microsoft.com/office/officeart/2008/layout/VerticalCurvedList"/>
    <dgm:cxn modelId="{642A14D7-38BC-4C50-A268-E426A37F2E3F}" type="presParOf" srcId="{4D63DBAC-1BCA-4647-8817-2F456BF4A14D}" destId="{79226B34-3890-478E-B703-27EECE830115}" srcOrd="2" destOrd="0" presId="urn:microsoft.com/office/officeart/2008/layout/VerticalCurvedList"/>
    <dgm:cxn modelId="{9037C839-06A2-4B51-8855-70AB8ADB8907}" type="presParOf" srcId="{79226B34-3890-478E-B703-27EECE830115}" destId="{DF09A0AF-BF62-44CF-B4EB-69153BE7333A}" srcOrd="0" destOrd="0" presId="urn:microsoft.com/office/officeart/2008/layout/VerticalCurvedList"/>
    <dgm:cxn modelId="{BD1E92B4-0101-43F6-9EFD-58B1D7A43EB9}" type="presParOf" srcId="{4D63DBAC-1BCA-4647-8817-2F456BF4A14D}" destId="{68E62EC7-7C91-4ACB-B742-1AA9213C7196}" srcOrd="3" destOrd="0" presId="urn:microsoft.com/office/officeart/2008/layout/VerticalCurvedList"/>
    <dgm:cxn modelId="{DB8C0441-3FA5-4C42-891C-67A7963629F5}" type="presParOf" srcId="{4D63DBAC-1BCA-4647-8817-2F456BF4A14D}" destId="{F4C33EBB-35F4-4CA7-8273-1EE96AE10048}" srcOrd="4" destOrd="0" presId="urn:microsoft.com/office/officeart/2008/layout/VerticalCurvedList"/>
    <dgm:cxn modelId="{9B796AE5-87DF-47C8-8FDE-DB18F58DE30F}" type="presParOf" srcId="{F4C33EBB-35F4-4CA7-8273-1EE96AE10048}" destId="{DE209B84-133B-455E-A6F5-CF4EE6FFE0D7}" srcOrd="0" destOrd="0" presId="urn:microsoft.com/office/officeart/2008/layout/VerticalCurvedList"/>
    <dgm:cxn modelId="{62FC6637-AE93-4158-88E7-09E8018CB7E9}" type="presParOf" srcId="{4D63DBAC-1BCA-4647-8817-2F456BF4A14D}" destId="{E8B796B0-CE66-49D2-9809-55AEF305FB51}" srcOrd="5" destOrd="0" presId="urn:microsoft.com/office/officeart/2008/layout/VerticalCurvedList"/>
    <dgm:cxn modelId="{7EFF0F79-ADE6-42F6-AC71-292AAA96B37C}" type="presParOf" srcId="{4D63DBAC-1BCA-4647-8817-2F456BF4A14D}" destId="{C37ED302-E8F6-4642-AD2B-1BB14B7A498A}" srcOrd="6" destOrd="0" presId="urn:microsoft.com/office/officeart/2008/layout/VerticalCurvedList"/>
    <dgm:cxn modelId="{EE38521C-DB7D-4F52-A9C1-BD52F70AD0C6}" type="presParOf" srcId="{C37ED302-E8F6-4642-AD2B-1BB14B7A498A}" destId="{8745D6F3-85BA-4A91-898C-ABD53C5F45DC}" srcOrd="0" destOrd="0" presId="urn:microsoft.com/office/officeart/2008/layout/VerticalCurvedList"/>
    <dgm:cxn modelId="{4B290128-AEBF-41BB-AB74-7FB035EC4DDC}" type="presParOf" srcId="{4D63DBAC-1BCA-4647-8817-2F456BF4A14D}" destId="{034F776D-3469-439B-AA7C-37A01C7C1A85}" srcOrd="7" destOrd="0" presId="urn:microsoft.com/office/officeart/2008/layout/VerticalCurvedList"/>
    <dgm:cxn modelId="{F2BF97EA-6E54-4BBC-9EDD-6F3B8C49476B}" type="presParOf" srcId="{4D63DBAC-1BCA-4647-8817-2F456BF4A14D}" destId="{6CBC9EE7-749E-4A86-B447-8E0647034D3B}" srcOrd="8" destOrd="0" presId="urn:microsoft.com/office/officeart/2008/layout/VerticalCurvedList"/>
    <dgm:cxn modelId="{8F202636-9046-45F4-8725-362AE262A18D}" type="presParOf" srcId="{6CBC9EE7-749E-4A86-B447-8E0647034D3B}" destId="{CD827CD7-16B2-41F9-B329-D5C20354DDD4}" srcOrd="0" destOrd="0" presId="urn:microsoft.com/office/officeart/2008/layout/VerticalCurvedList"/>
    <dgm:cxn modelId="{AA7E2CD8-5AFB-4AC7-8140-AD6AEAAF600C}" type="presParOf" srcId="{4D63DBAC-1BCA-4647-8817-2F456BF4A14D}" destId="{57CDB5E1-65CB-4E70-9AF6-B98798BEE204}" srcOrd="9" destOrd="0" presId="urn:microsoft.com/office/officeart/2008/layout/VerticalCurvedList"/>
    <dgm:cxn modelId="{F551156B-C538-4118-9407-55C9D3E29E67}" type="presParOf" srcId="{4D63DBAC-1BCA-4647-8817-2F456BF4A14D}" destId="{34B26AD4-74D8-49C4-8A89-ADF00D671AA7}" srcOrd="10" destOrd="0" presId="urn:microsoft.com/office/officeart/2008/layout/VerticalCurvedList"/>
    <dgm:cxn modelId="{6AE482C8-9903-48C1-A309-305C070031AD}" type="presParOf" srcId="{34B26AD4-74D8-49C4-8A89-ADF00D671AA7}" destId="{3843CB9F-5423-4B50-89DC-908A8294B566}" srcOrd="0" destOrd="0" presId="urn:microsoft.com/office/officeart/2008/layout/VerticalCurvedList"/>
    <dgm:cxn modelId="{19A52416-6CD4-46C0-9FFB-300DEC06B101}" type="presParOf" srcId="{4D63DBAC-1BCA-4647-8817-2F456BF4A14D}" destId="{CDF983DB-3F70-45AA-A5B8-ABC60DC157D6}" srcOrd="11" destOrd="0" presId="urn:microsoft.com/office/officeart/2008/layout/VerticalCurvedList"/>
    <dgm:cxn modelId="{82C33A21-57D2-4233-8E0D-21893DC2C02F}" type="presParOf" srcId="{4D63DBAC-1BCA-4647-8817-2F456BF4A14D}" destId="{09A8425B-6C61-4527-8AF3-C758AD11D25D}" srcOrd="12" destOrd="0" presId="urn:microsoft.com/office/officeart/2008/layout/VerticalCurvedList"/>
    <dgm:cxn modelId="{25F8A25A-F8B3-4D5E-86BE-7C9D6E453E7C}" type="presParOf" srcId="{09A8425B-6C61-4527-8AF3-C758AD11D25D}" destId="{214DA2C7-FEB8-408A-840D-5717414DE48C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1364EE-841B-4FB7-B5AB-39F9514AB5BD}">
      <dsp:nvSpPr>
        <dsp:cNvPr id="0" name=""/>
        <dsp:cNvSpPr/>
      </dsp:nvSpPr>
      <dsp:spPr>
        <a:xfrm>
          <a:off x="-4153042" y="-637319"/>
          <a:ext cx="4948591" cy="4948591"/>
        </a:xfrm>
        <a:prstGeom prst="blockArc">
          <a:avLst>
            <a:gd name="adj1" fmla="val 18900000"/>
            <a:gd name="adj2" fmla="val 2700000"/>
            <a:gd name="adj3" fmla="val 436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C9D0DA6-E97F-47D0-957F-BA934A516745}">
      <dsp:nvSpPr>
        <dsp:cNvPr id="0" name=""/>
        <dsp:cNvSpPr/>
      </dsp:nvSpPr>
      <dsp:spPr>
        <a:xfrm>
          <a:off x="297427" y="193470"/>
          <a:ext cx="7552641" cy="3867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7017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Introduction and Objective</a:t>
          </a:r>
          <a:endParaRPr lang="en-US" sz="2100" kern="1200" dirty="0"/>
        </a:p>
      </dsp:txBody>
      <dsp:txXfrm>
        <a:off x="297427" y="193470"/>
        <a:ext cx="7552641" cy="386793"/>
      </dsp:txXfrm>
    </dsp:sp>
    <dsp:sp modelId="{DF09A0AF-BF62-44CF-B4EB-69153BE7333A}">
      <dsp:nvSpPr>
        <dsp:cNvPr id="0" name=""/>
        <dsp:cNvSpPr/>
      </dsp:nvSpPr>
      <dsp:spPr>
        <a:xfrm>
          <a:off x="55681" y="145121"/>
          <a:ext cx="483492" cy="4834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E62EC7-7C91-4ACB-B742-1AA9213C7196}">
      <dsp:nvSpPr>
        <dsp:cNvPr id="0" name=""/>
        <dsp:cNvSpPr/>
      </dsp:nvSpPr>
      <dsp:spPr>
        <a:xfrm>
          <a:off x="615591" y="773587"/>
          <a:ext cx="7234477" cy="3867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7017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Sentiment Analysis Workflow</a:t>
          </a:r>
          <a:endParaRPr lang="en-US" sz="2100" b="1" kern="1200" dirty="0"/>
        </a:p>
      </dsp:txBody>
      <dsp:txXfrm>
        <a:off x="615591" y="773587"/>
        <a:ext cx="7234477" cy="386793"/>
      </dsp:txXfrm>
    </dsp:sp>
    <dsp:sp modelId="{DE209B84-133B-455E-A6F5-CF4EE6FFE0D7}">
      <dsp:nvSpPr>
        <dsp:cNvPr id="0" name=""/>
        <dsp:cNvSpPr/>
      </dsp:nvSpPr>
      <dsp:spPr>
        <a:xfrm>
          <a:off x="373845" y="725238"/>
          <a:ext cx="483492" cy="4834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B796B0-CE66-49D2-9809-55AEF305FB51}">
      <dsp:nvSpPr>
        <dsp:cNvPr id="0" name=""/>
        <dsp:cNvSpPr/>
      </dsp:nvSpPr>
      <dsp:spPr>
        <a:xfrm>
          <a:off x="761080" y="1353704"/>
          <a:ext cx="7088988" cy="3867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7017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Model Selection </a:t>
          </a:r>
          <a:endParaRPr lang="en-US" sz="2100" b="1" kern="1200" dirty="0"/>
        </a:p>
      </dsp:txBody>
      <dsp:txXfrm>
        <a:off x="761080" y="1353704"/>
        <a:ext cx="7088988" cy="386793"/>
      </dsp:txXfrm>
    </dsp:sp>
    <dsp:sp modelId="{8745D6F3-85BA-4A91-898C-ABD53C5F45DC}">
      <dsp:nvSpPr>
        <dsp:cNvPr id="0" name=""/>
        <dsp:cNvSpPr/>
      </dsp:nvSpPr>
      <dsp:spPr>
        <a:xfrm>
          <a:off x="519334" y="1305355"/>
          <a:ext cx="483492" cy="4834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4F776D-3469-439B-AA7C-37A01C7C1A85}">
      <dsp:nvSpPr>
        <dsp:cNvPr id="0" name=""/>
        <dsp:cNvSpPr/>
      </dsp:nvSpPr>
      <dsp:spPr>
        <a:xfrm>
          <a:off x="761080" y="1933453"/>
          <a:ext cx="7088988" cy="3867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7017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Model Evaluation </a:t>
          </a:r>
          <a:endParaRPr lang="en-US" sz="2100" b="1" kern="1200" dirty="0"/>
        </a:p>
      </dsp:txBody>
      <dsp:txXfrm>
        <a:off x="761080" y="1933453"/>
        <a:ext cx="7088988" cy="386793"/>
      </dsp:txXfrm>
    </dsp:sp>
    <dsp:sp modelId="{CD827CD7-16B2-41F9-B329-D5C20354DDD4}">
      <dsp:nvSpPr>
        <dsp:cNvPr id="0" name=""/>
        <dsp:cNvSpPr/>
      </dsp:nvSpPr>
      <dsp:spPr>
        <a:xfrm>
          <a:off x="519334" y="1885104"/>
          <a:ext cx="483492" cy="4834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CDB5E1-65CB-4E70-9AF6-B98798BEE204}">
      <dsp:nvSpPr>
        <dsp:cNvPr id="0" name=""/>
        <dsp:cNvSpPr/>
      </dsp:nvSpPr>
      <dsp:spPr>
        <a:xfrm>
          <a:off x="615591" y="2513571"/>
          <a:ext cx="7234477" cy="3867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7017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Limitations and Future Work</a:t>
          </a:r>
          <a:endParaRPr lang="en-US" sz="2100" b="1" kern="1200" dirty="0"/>
        </a:p>
      </dsp:txBody>
      <dsp:txXfrm>
        <a:off x="615591" y="2513571"/>
        <a:ext cx="7234477" cy="386793"/>
      </dsp:txXfrm>
    </dsp:sp>
    <dsp:sp modelId="{3843CB9F-5423-4B50-89DC-908A8294B566}">
      <dsp:nvSpPr>
        <dsp:cNvPr id="0" name=""/>
        <dsp:cNvSpPr/>
      </dsp:nvSpPr>
      <dsp:spPr>
        <a:xfrm>
          <a:off x="373845" y="2465221"/>
          <a:ext cx="483492" cy="4834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F983DB-3F70-45AA-A5B8-ABC60DC157D6}">
      <dsp:nvSpPr>
        <dsp:cNvPr id="0" name=""/>
        <dsp:cNvSpPr/>
      </dsp:nvSpPr>
      <dsp:spPr>
        <a:xfrm>
          <a:off x="297427" y="3093688"/>
          <a:ext cx="7552641" cy="3867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7017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Conclusion </a:t>
          </a:r>
          <a:endParaRPr lang="en-US" sz="2100" b="1" kern="1200" dirty="0"/>
        </a:p>
      </dsp:txBody>
      <dsp:txXfrm>
        <a:off x="297427" y="3093688"/>
        <a:ext cx="7552641" cy="386793"/>
      </dsp:txXfrm>
    </dsp:sp>
    <dsp:sp modelId="{214DA2C7-FEB8-408A-840D-5717414DE48C}">
      <dsp:nvSpPr>
        <dsp:cNvPr id="0" name=""/>
        <dsp:cNvSpPr/>
      </dsp:nvSpPr>
      <dsp:spPr>
        <a:xfrm>
          <a:off x="55681" y="3045338"/>
          <a:ext cx="483492" cy="4834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2d4e97ef00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12d4e97ef00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>
          <a:extLst>
            <a:ext uri="{FF2B5EF4-FFF2-40B4-BE49-F238E27FC236}">
              <a16:creationId xmlns:a16="http://schemas.microsoft.com/office/drawing/2014/main" id="{9D968429-CCD9-231F-DE2C-C2D959745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12d4e97ef00_0_148:notes">
            <a:extLst>
              <a:ext uri="{FF2B5EF4-FFF2-40B4-BE49-F238E27FC236}">
                <a16:creationId xmlns:a16="http://schemas.microsoft.com/office/drawing/2014/main" id="{8A1E2F9F-5C8E-786A-18E9-54026D7770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12d4e97ef00_0_148:notes">
            <a:extLst>
              <a:ext uri="{FF2B5EF4-FFF2-40B4-BE49-F238E27FC236}">
                <a16:creationId xmlns:a16="http://schemas.microsoft.com/office/drawing/2014/main" id="{C95CB1BA-AAFA-A7F2-8905-BAB0911CAF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36265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12da052de2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12da052de2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>
          <a:extLst>
            <a:ext uri="{FF2B5EF4-FFF2-40B4-BE49-F238E27FC236}">
              <a16:creationId xmlns:a16="http://schemas.microsoft.com/office/drawing/2014/main" id="{F8461A34-2EFF-2726-2636-30F43470F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2da052de2e_0_25:notes">
            <a:extLst>
              <a:ext uri="{FF2B5EF4-FFF2-40B4-BE49-F238E27FC236}">
                <a16:creationId xmlns:a16="http://schemas.microsoft.com/office/drawing/2014/main" id="{EF4E6D95-00C6-CD85-76D3-30A7EB2C8F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12da052de2e_0_25:notes">
            <a:extLst>
              <a:ext uri="{FF2B5EF4-FFF2-40B4-BE49-F238E27FC236}">
                <a16:creationId xmlns:a16="http://schemas.microsoft.com/office/drawing/2014/main" id="{C106AD36-091F-B49C-74FD-5FF637487E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30110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>
          <a:extLst>
            <a:ext uri="{FF2B5EF4-FFF2-40B4-BE49-F238E27FC236}">
              <a16:creationId xmlns:a16="http://schemas.microsoft.com/office/drawing/2014/main" id="{26CB325F-7B8F-D2B3-DC1A-F1B831B00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2da052de2e_0_25:notes">
            <a:extLst>
              <a:ext uri="{FF2B5EF4-FFF2-40B4-BE49-F238E27FC236}">
                <a16:creationId xmlns:a16="http://schemas.microsoft.com/office/drawing/2014/main" id="{68853375-FF0B-16BC-3508-9DA61C13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12da052de2e_0_25:notes">
            <a:extLst>
              <a:ext uri="{FF2B5EF4-FFF2-40B4-BE49-F238E27FC236}">
                <a16:creationId xmlns:a16="http://schemas.microsoft.com/office/drawing/2014/main" id="{5248BC5B-2860-FD68-78AC-84BBDCB77A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08562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12d4e97ef00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12d4e97ef00_0_1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12cdc6cee93_0_6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1" name="Google Shape;791;g12cdc6cee93_0_6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12cdc6cee93_0_3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12cdc6cee93_0_3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12da052de2e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12da052de2e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012" scaled="0"/>
        </a:gra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926475" y="1039950"/>
            <a:ext cx="4649100" cy="195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700">
                <a:solidFill>
                  <a:srgbClr val="191919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926475" y="3373050"/>
            <a:ext cx="2656200" cy="73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66666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0" y="4822125"/>
            <a:ext cx="16131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6286800" y="0"/>
            <a:ext cx="28572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012" scaled="0"/>
        </a:gra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713225" y="2221675"/>
            <a:ext cx="4387800" cy="67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982925"/>
            <a:ext cx="1126200" cy="8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713225" y="2899550"/>
            <a:ext cx="2369400" cy="5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/>
          <p:nvPr/>
        </p:nvSpPr>
        <p:spPr>
          <a:xfrm rot="10800000" flipH="1">
            <a:off x="0" y="0"/>
            <a:ext cx="28575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 flipH="1">
            <a:off x="7530900" y="4822125"/>
            <a:ext cx="16131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10801400" scaled="0"/>
        </a:gra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6" name="Google Shape;36;p6"/>
          <p:cNvSpPr/>
          <p:nvPr/>
        </p:nvSpPr>
        <p:spPr>
          <a:xfrm flipH="1">
            <a:off x="7530900" y="4822125"/>
            <a:ext cx="16131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6"/>
          <p:cNvSpPr/>
          <p:nvPr/>
        </p:nvSpPr>
        <p:spPr>
          <a:xfrm rot="10800000" flipH="1">
            <a:off x="0" y="0"/>
            <a:ext cx="16131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6"/>
          <p:cNvSpPr/>
          <p:nvPr/>
        </p:nvSpPr>
        <p:spPr>
          <a:xfrm>
            <a:off x="-777475" y="4424625"/>
            <a:ext cx="1490700" cy="1491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10800025" scaled="0"/>
        </a:gra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>
            <a:spLocks noGrp="1"/>
          </p:cNvSpPr>
          <p:nvPr>
            <p:ph type="title"/>
          </p:nvPr>
        </p:nvSpPr>
        <p:spPr>
          <a:xfrm>
            <a:off x="1772463" y="1654725"/>
            <a:ext cx="2638500" cy="357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subTitle" idx="1"/>
          </p:nvPr>
        </p:nvSpPr>
        <p:spPr>
          <a:xfrm>
            <a:off x="1772463" y="2012990"/>
            <a:ext cx="2638500" cy="52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title" idx="2"/>
          </p:nvPr>
        </p:nvSpPr>
        <p:spPr>
          <a:xfrm>
            <a:off x="5474937" y="1654725"/>
            <a:ext cx="2638500" cy="357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subTitle" idx="3"/>
          </p:nvPr>
        </p:nvSpPr>
        <p:spPr>
          <a:xfrm>
            <a:off x="5474937" y="2012990"/>
            <a:ext cx="2638500" cy="52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title" idx="4" hasCustomPrompt="1"/>
          </p:nvPr>
        </p:nvSpPr>
        <p:spPr>
          <a:xfrm>
            <a:off x="1030563" y="1654725"/>
            <a:ext cx="665700" cy="357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4" name="Google Shape;74;p13"/>
          <p:cNvSpPr txBox="1">
            <a:spLocks noGrp="1"/>
          </p:cNvSpPr>
          <p:nvPr>
            <p:ph type="title" idx="5" hasCustomPrompt="1"/>
          </p:nvPr>
        </p:nvSpPr>
        <p:spPr>
          <a:xfrm>
            <a:off x="4733038" y="1654725"/>
            <a:ext cx="665700" cy="357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5" name="Google Shape;75;p13"/>
          <p:cNvSpPr txBox="1">
            <a:spLocks noGrp="1"/>
          </p:cNvSpPr>
          <p:nvPr>
            <p:ph type="title" idx="6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title" idx="7"/>
          </p:nvPr>
        </p:nvSpPr>
        <p:spPr>
          <a:xfrm>
            <a:off x="1772463" y="3061675"/>
            <a:ext cx="2638500" cy="357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8"/>
          </p:nvPr>
        </p:nvSpPr>
        <p:spPr>
          <a:xfrm>
            <a:off x="1772463" y="3419940"/>
            <a:ext cx="2638500" cy="52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title" idx="9"/>
          </p:nvPr>
        </p:nvSpPr>
        <p:spPr>
          <a:xfrm>
            <a:off x="5474937" y="3061675"/>
            <a:ext cx="2638500" cy="357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13"/>
          </p:nvPr>
        </p:nvSpPr>
        <p:spPr>
          <a:xfrm>
            <a:off x="5474937" y="3419940"/>
            <a:ext cx="2638500" cy="52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title" idx="14" hasCustomPrompt="1"/>
          </p:nvPr>
        </p:nvSpPr>
        <p:spPr>
          <a:xfrm>
            <a:off x="1030563" y="3061675"/>
            <a:ext cx="665700" cy="357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1" name="Google Shape;81;p13"/>
          <p:cNvSpPr txBox="1">
            <a:spLocks noGrp="1"/>
          </p:cNvSpPr>
          <p:nvPr>
            <p:ph type="title" idx="15" hasCustomPrompt="1"/>
          </p:nvPr>
        </p:nvSpPr>
        <p:spPr>
          <a:xfrm>
            <a:off x="4733038" y="3061675"/>
            <a:ext cx="665700" cy="357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2" name="Google Shape;82;p13"/>
          <p:cNvSpPr/>
          <p:nvPr/>
        </p:nvSpPr>
        <p:spPr>
          <a:xfrm>
            <a:off x="0" y="4822200"/>
            <a:ext cx="28575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 txBox="1">
            <a:spLocks noGrp="1"/>
          </p:cNvSpPr>
          <p:nvPr>
            <p:ph type="title"/>
          </p:nvPr>
        </p:nvSpPr>
        <p:spPr>
          <a:xfrm>
            <a:off x="713225" y="1584850"/>
            <a:ext cx="4338600" cy="93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4"/>
          <p:cNvSpPr txBox="1">
            <a:spLocks noGrp="1"/>
          </p:cNvSpPr>
          <p:nvPr>
            <p:ph type="subTitle" idx="1"/>
          </p:nvPr>
        </p:nvSpPr>
        <p:spPr>
          <a:xfrm>
            <a:off x="713225" y="2922025"/>
            <a:ext cx="4338600" cy="6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4"/>
          <p:cNvSpPr/>
          <p:nvPr/>
        </p:nvSpPr>
        <p:spPr>
          <a:xfrm rot="10800000" flipH="1">
            <a:off x="0" y="0"/>
            <a:ext cx="28575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4"/>
          <p:cNvSpPr/>
          <p:nvPr/>
        </p:nvSpPr>
        <p:spPr>
          <a:xfrm flipH="1">
            <a:off x="7530900" y="4822125"/>
            <a:ext cx="16131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4"/>
          <p:cNvSpPr/>
          <p:nvPr/>
        </p:nvSpPr>
        <p:spPr>
          <a:xfrm>
            <a:off x="-370650" y="4237275"/>
            <a:ext cx="1490700" cy="1491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4"/>
          <p:cNvSpPr/>
          <p:nvPr/>
        </p:nvSpPr>
        <p:spPr>
          <a:xfrm>
            <a:off x="7406975" y="-951200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>
            <a:spLocks noGrp="1"/>
          </p:cNvSpPr>
          <p:nvPr>
            <p:ph type="title"/>
          </p:nvPr>
        </p:nvSpPr>
        <p:spPr>
          <a:xfrm>
            <a:off x="969750" y="3381325"/>
            <a:ext cx="3345600" cy="35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92" name="Google Shape;92;p15"/>
          <p:cNvSpPr txBox="1">
            <a:spLocks noGrp="1"/>
          </p:cNvSpPr>
          <p:nvPr>
            <p:ph type="subTitle" idx="1"/>
          </p:nvPr>
        </p:nvSpPr>
        <p:spPr>
          <a:xfrm>
            <a:off x="969750" y="1405475"/>
            <a:ext cx="7204500" cy="151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93" name="Google Shape;93;p15"/>
          <p:cNvSpPr/>
          <p:nvPr/>
        </p:nvSpPr>
        <p:spPr>
          <a:xfrm>
            <a:off x="0" y="4822125"/>
            <a:ext cx="16131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5"/>
          <p:cNvSpPr/>
          <p:nvPr/>
        </p:nvSpPr>
        <p:spPr>
          <a:xfrm rot="10800000">
            <a:off x="6286800" y="0"/>
            <a:ext cx="28572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18900732" scaled="0"/>
        </a:gra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>
            <a:spLocks noGrp="1"/>
          </p:cNvSpPr>
          <p:nvPr>
            <p:ph type="title"/>
          </p:nvPr>
        </p:nvSpPr>
        <p:spPr>
          <a:xfrm>
            <a:off x="713225" y="1456500"/>
            <a:ext cx="3519300" cy="35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300" b="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9"/>
          <p:cNvSpPr txBox="1">
            <a:spLocks noGrp="1"/>
          </p:cNvSpPr>
          <p:nvPr>
            <p:ph type="title" idx="2"/>
          </p:nvPr>
        </p:nvSpPr>
        <p:spPr>
          <a:xfrm>
            <a:off x="4911425" y="1456500"/>
            <a:ext cx="3519300" cy="35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300" b="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9"/>
          <p:cNvSpPr txBox="1">
            <a:spLocks noGrp="1"/>
          </p:cNvSpPr>
          <p:nvPr>
            <p:ph type="subTitle" idx="1"/>
          </p:nvPr>
        </p:nvSpPr>
        <p:spPr>
          <a:xfrm>
            <a:off x="4911425" y="1965600"/>
            <a:ext cx="3519300" cy="229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sz="1400" b="0"/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/>
          </a:p>
        </p:txBody>
      </p:sp>
      <p:sp>
        <p:nvSpPr>
          <p:cNvPr id="124" name="Google Shape;124;p19"/>
          <p:cNvSpPr txBox="1">
            <a:spLocks noGrp="1"/>
          </p:cNvSpPr>
          <p:nvPr>
            <p:ph type="subTitle" idx="3"/>
          </p:nvPr>
        </p:nvSpPr>
        <p:spPr>
          <a:xfrm>
            <a:off x="713225" y="1965600"/>
            <a:ext cx="3519300" cy="229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sz="1400" b="0"/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/>
          </a:p>
        </p:txBody>
      </p:sp>
      <p:sp>
        <p:nvSpPr>
          <p:cNvPr id="125" name="Google Shape;125;p19"/>
          <p:cNvSpPr txBox="1">
            <a:spLocks noGrp="1"/>
          </p:cNvSpPr>
          <p:nvPr>
            <p:ph type="title" idx="4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6" name="Google Shape;126;p19"/>
          <p:cNvSpPr/>
          <p:nvPr/>
        </p:nvSpPr>
        <p:spPr>
          <a:xfrm flipH="1">
            <a:off x="6286800" y="4822125"/>
            <a:ext cx="28572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19"/>
          <p:cNvSpPr/>
          <p:nvPr/>
        </p:nvSpPr>
        <p:spPr>
          <a:xfrm rot="10800000" flipH="1">
            <a:off x="0" y="0"/>
            <a:ext cx="16131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19"/>
          <p:cNvSpPr/>
          <p:nvPr/>
        </p:nvSpPr>
        <p:spPr>
          <a:xfrm>
            <a:off x="-777475" y="4424625"/>
            <a:ext cx="1490700" cy="1491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8"/>
          <p:cNvSpPr/>
          <p:nvPr/>
        </p:nvSpPr>
        <p:spPr>
          <a:xfrm rot="10800000" flipH="1">
            <a:off x="0" y="0"/>
            <a:ext cx="28575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28"/>
          <p:cNvSpPr/>
          <p:nvPr/>
        </p:nvSpPr>
        <p:spPr>
          <a:xfrm flipH="1">
            <a:off x="6286800" y="4822125"/>
            <a:ext cx="28572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28"/>
          <p:cNvSpPr/>
          <p:nvPr/>
        </p:nvSpPr>
        <p:spPr>
          <a:xfrm>
            <a:off x="-542100" y="4363450"/>
            <a:ext cx="1490700" cy="1491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28"/>
          <p:cNvSpPr/>
          <p:nvPr/>
        </p:nvSpPr>
        <p:spPr>
          <a:xfrm>
            <a:off x="8430775" y="-818150"/>
            <a:ext cx="1490700" cy="1491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28"/>
          <p:cNvSpPr/>
          <p:nvPr/>
        </p:nvSpPr>
        <p:spPr>
          <a:xfrm>
            <a:off x="713225" y="4790200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18900732" scaled="0"/>
        </a:gra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9"/>
          <p:cNvSpPr/>
          <p:nvPr/>
        </p:nvSpPr>
        <p:spPr>
          <a:xfrm>
            <a:off x="0" y="4822125"/>
            <a:ext cx="16131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29"/>
          <p:cNvSpPr/>
          <p:nvPr/>
        </p:nvSpPr>
        <p:spPr>
          <a:xfrm rot="10800000">
            <a:off x="7527900" y="0"/>
            <a:ext cx="16161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29"/>
          <p:cNvSpPr/>
          <p:nvPr/>
        </p:nvSpPr>
        <p:spPr>
          <a:xfrm>
            <a:off x="-561150" y="-818150"/>
            <a:ext cx="1490700" cy="1491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29"/>
          <p:cNvSpPr/>
          <p:nvPr/>
        </p:nvSpPr>
        <p:spPr>
          <a:xfrm>
            <a:off x="8239950" y="4237275"/>
            <a:ext cx="1490700" cy="1491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29"/>
          <p:cNvSpPr/>
          <p:nvPr/>
        </p:nvSpPr>
        <p:spPr>
          <a:xfrm>
            <a:off x="713225" y="-391400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●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●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●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9" r:id="rId4"/>
    <p:sldLayoutId id="2147483660" r:id="rId5"/>
    <p:sldLayoutId id="2147483661" r:id="rId6"/>
    <p:sldLayoutId id="2147483665" r:id="rId7"/>
    <p:sldLayoutId id="2147483674" r:id="rId8"/>
    <p:sldLayoutId id="2147483675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3"/>
          <p:cNvSpPr txBox="1">
            <a:spLocks noGrp="1"/>
          </p:cNvSpPr>
          <p:nvPr>
            <p:ph type="ctrTitle"/>
          </p:nvPr>
        </p:nvSpPr>
        <p:spPr>
          <a:xfrm>
            <a:off x="1789331" y="359466"/>
            <a:ext cx="4930446" cy="73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b="1" dirty="0"/>
              <a:t>Sentiment Analysis</a:t>
            </a:r>
            <a:endParaRPr lang="en-US" dirty="0"/>
          </a:p>
        </p:txBody>
      </p:sp>
      <p:sp>
        <p:nvSpPr>
          <p:cNvPr id="237" name="Google Shape;237;p33"/>
          <p:cNvSpPr/>
          <p:nvPr/>
        </p:nvSpPr>
        <p:spPr>
          <a:xfrm>
            <a:off x="7096000" y="3825650"/>
            <a:ext cx="2981400" cy="29814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33"/>
          <p:cNvSpPr/>
          <p:nvPr/>
        </p:nvSpPr>
        <p:spPr>
          <a:xfrm>
            <a:off x="7707775" y="3165300"/>
            <a:ext cx="381000" cy="3810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33"/>
          <p:cNvSpPr/>
          <p:nvPr/>
        </p:nvSpPr>
        <p:spPr>
          <a:xfrm>
            <a:off x="8549975" y="2977775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33"/>
          <p:cNvSpPr/>
          <p:nvPr/>
        </p:nvSpPr>
        <p:spPr>
          <a:xfrm>
            <a:off x="-1081350" y="-635675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F8EA68-1467-5CD4-EBC2-36EFF2C9E5CF}"/>
              </a:ext>
            </a:extLst>
          </p:cNvPr>
          <p:cNvSpPr txBox="1"/>
          <p:nvPr/>
        </p:nvSpPr>
        <p:spPr>
          <a:xfrm>
            <a:off x="1789331" y="1935126"/>
            <a:ext cx="20809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1D1A6D-0273-AB05-994F-F314E67FDE30}"/>
              </a:ext>
            </a:extLst>
          </p:cNvPr>
          <p:cNvSpPr txBox="1"/>
          <p:nvPr/>
        </p:nvSpPr>
        <p:spPr>
          <a:xfrm>
            <a:off x="-418641" y="1089966"/>
            <a:ext cx="9143999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dirty="0"/>
          </a:p>
          <a:p>
            <a:pPr algn="ctr"/>
            <a:r>
              <a:rPr lang="en-US" b="1" dirty="0"/>
              <a:t>Submitted by : </a:t>
            </a:r>
            <a:r>
              <a:rPr lang="en-US" dirty="0"/>
              <a:t>Sudipta Mitra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Roll No. : 23440523027</a:t>
            </a:r>
          </a:p>
          <a:p>
            <a:pPr algn="ctr"/>
            <a:endParaRPr lang="en-US" dirty="0"/>
          </a:p>
          <a:p>
            <a:pPr algn="ctr"/>
            <a:r>
              <a:rPr lang="en-US" b="1" dirty="0"/>
              <a:t>Bachelor of Science  in  Data Science</a:t>
            </a:r>
          </a:p>
          <a:p>
            <a:pPr algn="ctr"/>
            <a:endParaRPr lang="en-US" b="1" dirty="0"/>
          </a:p>
          <a:p>
            <a:pPr algn="ctr"/>
            <a:r>
              <a:rPr lang="en-US" b="1" dirty="0"/>
              <a:t>Paper Code: FYBMS581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NSHM Knowledge Campus, Kolkata</a:t>
            </a:r>
          </a:p>
        </p:txBody>
      </p:sp>
      <p:pic>
        <p:nvPicPr>
          <p:cNvPr id="6" name="Picture 5" descr="Hotel and Tourism Management Admission – NSHM Knowledge Campus – Kolkata">
            <a:extLst>
              <a:ext uri="{FF2B5EF4-FFF2-40B4-BE49-F238E27FC236}">
                <a16:creationId xmlns:a16="http://schemas.microsoft.com/office/drawing/2014/main" id="{A5BAA9CF-70C5-FB39-5AA4-C2EBEA9C91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5082" y="3068977"/>
            <a:ext cx="1601170" cy="740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>
          <a:extLst>
            <a:ext uri="{FF2B5EF4-FFF2-40B4-BE49-F238E27FC236}">
              <a16:creationId xmlns:a16="http://schemas.microsoft.com/office/drawing/2014/main" id="{46CE6D0A-1AEA-8830-69A9-9C497EFF7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75;p35">
            <a:extLst>
              <a:ext uri="{FF2B5EF4-FFF2-40B4-BE49-F238E27FC236}">
                <a16:creationId xmlns:a16="http://schemas.microsoft.com/office/drawing/2014/main" id="{9AF9A6C1-6D3A-83AE-FDB3-D26007A72A12}"/>
              </a:ext>
            </a:extLst>
          </p:cNvPr>
          <p:cNvSpPr/>
          <p:nvPr/>
        </p:nvSpPr>
        <p:spPr>
          <a:xfrm>
            <a:off x="7514650" y="-1340675"/>
            <a:ext cx="2981400" cy="29814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76;p35">
            <a:extLst>
              <a:ext uri="{FF2B5EF4-FFF2-40B4-BE49-F238E27FC236}">
                <a16:creationId xmlns:a16="http://schemas.microsoft.com/office/drawing/2014/main" id="{59DE32EE-67ED-1E28-4159-74A05018D56D}"/>
              </a:ext>
            </a:extLst>
          </p:cNvPr>
          <p:cNvSpPr/>
          <p:nvPr/>
        </p:nvSpPr>
        <p:spPr>
          <a:xfrm>
            <a:off x="6586200" y="-595325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264;p35">
            <a:extLst>
              <a:ext uri="{FF2B5EF4-FFF2-40B4-BE49-F238E27FC236}">
                <a16:creationId xmlns:a16="http://schemas.microsoft.com/office/drawing/2014/main" id="{9D600EA0-3F8D-FD51-BD76-C68E4F258EB9}"/>
              </a:ext>
            </a:extLst>
          </p:cNvPr>
          <p:cNvSpPr txBox="1">
            <a:spLocks/>
          </p:cNvSpPr>
          <p:nvPr/>
        </p:nvSpPr>
        <p:spPr>
          <a:xfrm>
            <a:off x="713225" y="539500"/>
            <a:ext cx="77175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>
              <a:buClr>
                <a:schemeClr val="accent2"/>
              </a:buClr>
              <a:buSzPts val="1100"/>
              <a:buFont typeface="Arial"/>
              <a:buNone/>
            </a:pPr>
            <a:r>
              <a:rPr lang="en-US" dirty="0"/>
              <a:t>Table of contents</a:t>
            </a:r>
          </a:p>
        </p:txBody>
      </p:sp>
      <p:graphicFrame>
        <p:nvGraphicFramePr>
          <p:cNvPr id="47" name="Diagram 46">
            <a:extLst>
              <a:ext uri="{FF2B5EF4-FFF2-40B4-BE49-F238E27FC236}">
                <a16:creationId xmlns:a16="http://schemas.microsoft.com/office/drawing/2014/main" id="{CB1BF0AE-11B0-DD0E-C25E-E5FC70EF08F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76386104"/>
              </p:ext>
            </p:extLst>
          </p:nvPr>
        </p:nvGraphicFramePr>
        <p:xfrm>
          <a:off x="-1" y="1167788"/>
          <a:ext cx="7899095" cy="36739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99236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4"/>
          <p:cNvSpPr txBox="1">
            <a:spLocks noGrp="1"/>
          </p:cNvSpPr>
          <p:nvPr>
            <p:ph type="title"/>
          </p:nvPr>
        </p:nvSpPr>
        <p:spPr>
          <a:xfrm>
            <a:off x="628189" y="427897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b="1" dirty="0"/>
              <a:t>Introduction and Objective</a:t>
            </a:r>
            <a:endParaRPr b="1" dirty="0"/>
          </a:p>
        </p:txBody>
      </p:sp>
      <p:sp>
        <p:nvSpPr>
          <p:cNvPr id="249" name="Google Shape;249;p34"/>
          <p:cNvSpPr txBox="1"/>
          <p:nvPr/>
        </p:nvSpPr>
        <p:spPr>
          <a:xfrm>
            <a:off x="628189" y="983829"/>
            <a:ext cx="4847578" cy="3437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lvl="0"/>
            <a:r>
              <a:rPr lang="en-US" sz="1200" dirty="0"/>
              <a:t>Sentiment Analysis is a part of </a:t>
            </a:r>
            <a:r>
              <a:rPr lang="en-US" sz="1200" b="1" dirty="0"/>
              <a:t>Natural Language Processing (NLP)</a:t>
            </a:r>
          </a:p>
          <a:p>
            <a:pPr lvl="0"/>
            <a:r>
              <a:rPr lang="en-US" sz="1200" dirty="0"/>
              <a:t>Used to analyze opinions in text data.</a:t>
            </a:r>
          </a:p>
          <a:p>
            <a:pPr lvl="0"/>
            <a:r>
              <a:rPr lang="en-US" sz="1200" dirty="0"/>
              <a:t>Manual analysis is slow and inefficient.</a:t>
            </a:r>
          </a:p>
          <a:p>
            <a:pPr lvl="0"/>
            <a:r>
              <a:rPr lang="en-US" sz="1200" dirty="0"/>
              <a:t>Machine Learning enables </a:t>
            </a:r>
            <a:r>
              <a:rPr lang="en-US" sz="1200" b="1" dirty="0"/>
              <a:t>automatic sentiment detection</a:t>
            </a:r>
            <a:r>
              <a:rPr lang="en-US" sz="1200" dirty="0"/>
              <a:t>.</a:t>
            </a:r>
          </a:p>
          <a:p>
            <a:r>
              <a:rPr lang="en-US" sz="1200" dirty="0"/>
              <a:t>This project focuses on </a:t>
            </a:r>
            <a:r>
              <a:rPr lang="en-US" sz="1200" b="1" dirty="0"/>
              <a:t>IMDb movie reviews</a:t>
            </a:r>
            <a:r>
              <a:rPr lang="en-US" sz="1200" dirty="0"/>
              <a:t>.</a:t>
            </a:r>
          </a:p>
          <a:p>
            <a:pPr lvl="0"/>
            <a:endParaRPr sz="1200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/>
            <a:r>
              <a:rPr lang="en-US" sz="1200" dirty="0"/>
              <a:t>Total reviews: 50,000</a:t>
            </a:r>
          </a:p>
          <a:p>
            <a:pPr lvl="0"/>
            <a:r>
              <a:rPr lang="en-US" sz="1200" dirty="0"/>
              <a:t>Preprocess raw text data.</a:t>
            </a:r>
          </a:p>
          <a:p>
            <a:pPr lvl="0"/>
            <a:r>
              <a:rPr lang="en-US" sz="1200" dirty="0"/>
              <a:t>Selected balanced subset: 5,000 reviews</a:t>
            </a:r>
          </a:p>
          <a:p>
            <a:pPr lvl="0"/>
            <a:r>
              <a:rPr lang="en-US" sz="1200" dirty="0"/>
              <a:t>Sentiment labels: Positive and Negative</a:t>
            </a:r>
          </a:p>
        </p:txBody>
      </p:sp>
      <p:sp>
        <p:nvSpPr>
          <p:cNvPr id="252" name="Google Shape;252;p34"/>
          <p:cNvSpPr/>
          <p:nvPr/>
        </p:nvSpPr>
        <p:spPr>
          <a:xfrm>
            <a:off x="7795950" y="-783350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34"/>
          <p:cNvSpPr/>
          <p:nvPr/>
        </p:nvSpPr>
        <p:spPr>
          <a:xfrm>
            <a:off x="7487450" y="380200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0D003B-247A-AA39-E172-09252BA834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4586" y="1634643"/>
            <a:ext cx="2692714" cy="2692714"/>
          </a:xfrm>
          <a:prstGeom prst="rect">
            <a:avLst/>
          </a:prstGeom>
        </p:spPr>
      </p:pic>
      <p:pic>
        <p:nvPicPr>
          <p:cNvPr id="8" name="Picture 7" descr="A black arrow pointing to the right">
            <a:extLst>
              <a:ext uri="{FF2B5EF4-FFF2-40B4-BE49-F238E27FC236}">
                <a16:creationId xmlns:a16="http://schemas.microsoft.com/office/drawing/2014/main" id="{8D4A2237-731F-8479-C2E2-647D24DF217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5250"/>
          <a:stretch>
            <a:fillRect/>
          </a:stretch>
        </p:blipFill>
        <p:spPr>
          <a:xfrm>
            <a:off x="1324709" y="3832086"/>
            <a:ext cx="3522714" cy="1178169"/>
          </a:xfrm>
          <a:prstGeom prst="rect">
            <a:avLst/>
          </a:prstGeom>
        </p:spPr>
      </p:pic>
      <p:pic>
        <p:nvPicPr>
          <p:cNvPr id="2" name="Picture 1" descr="A black arrow pointing to the right">
            <a:extLst>
              <a:ext uri="{FF2B5EF4-FFF2-40B4-BE49-F238E27FC236}">
                <a16:creationId xmlns:a16="http://schemas.microsoft.com/office/drawing/2014/main" id="{ED0778D0-87E0-A0FB-E22B-0A5DDDE3E8C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3598"/>
          <a:stretch>
            <a:fillRect/>
          </a:stretch>
        </p:blipFill>
        <p:spPr>
          <a:xfrm>
            <a:off x="4847423" y="3832085"/>
            <a:ext cx="772983" cy="117816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>
          <a:extLst>
            <a:ext uri="{FF2B5EF4-FFF2-40B4-BE49-F238E27FC236}">
              <a16:creationId xmlns:a16="http://schemas.microsoft.com/office/drawing/2014/main" id="{45644A8A-8FBE-B344-FFA3-817535706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diagram of a model&#10;&#10;AI-generated content may be incorrect.">
            <a:extLst>
              <a:ext uri="{FF2B5EF4-FFF2-40B4-BE49-F238E27FC236}">
                <a16:creationId xmlns:a16="http://schemas.microsoft.com/office/drawing/2014/main" id="{A27CDF4A-69C4-F848-CB16-E5FF5DD203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6689"/>
            <a:ext cx="9144000" cy="4357751"/>
          </a:xfrm>
          <a:prstGeom prst="rect">
            <a:avLst/>
          </a:prstGeom>
        </p:spPr>
      </p:pic>
      <p:sp>
        <p:nvSpPr>
          <p:cNvPr id="9" name="Google Shape;247;p34">
            <a:extLst>
              <a:ext uri="{FF2B5EF4-FFF2-40B4-BE49-F238E27FC236}">
                <a16:creationId xmlns:a16="http://schemas.microsoft.com/office/drawing/2014/main" id="{C236D9C7-9184-5600-32EC-FA5FD6BBB7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480443"/>
            <a:ext cx="91440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3200" dirty="0"/>
              <a:t>Sentiment Analysis Workflow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142312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>
          <a:extLst>
            <a:ext uri="{FF2B5EF4-FFF2-40B4-BE49-F238E27FC236}">
              <a16:creationId xmlns:a16="http://schemas.microsoft.com/office/drawing/2014/main" id="{A35B3F23-4F54-01CF-36DC-14EF558CF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247;p34">
            <a:extLst>
              <a:ext uri="{FF2B5EF4-FFF2-40B4-BE49-F238E27FC236}">
                <a16:creationId xmlns:a16="http://schemas.microsoft.com/office/drawing/2014/main" id="{779BD69B-59CB-C4A7-E55E-5BC6B10550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480443"/>
            <a:ext cx="91440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3200" b="1" dirty="0"/>
              <a:t>Model Selection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426D33-7342-1DC8-F492-7532F72C13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697" t="24081" r="7024" b="5314"/>
          <a:stretch>
            <a:fillRect/>
          </a:stretch>
        </p:blipFill>
        <p:spPr>
          <a:xfrm>
            <a:off x="6241310" y="1339702"/>
            <a:ext cx="2764466" cy="26900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5C58775-551D-BA5B-E872-84755BC98B6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907" t="37197" r="46791" b="21221"/>
          <a:stretch>
            <a:fillRect/>
          </a:stretch>
        </p:blipFill>
        <p:spPr>
          <a:xfrm>
            <a:off x="138224" y="1100470"/>
            <a:ext cx="3604437" cy="15842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CB52451-A7FA-9616-979D-CCC7F8B39FB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6744" t="45335" b="25851"/>
          <a:stretch>
            <a:fillRect/>
          </a:stretch>
        </p:blipFill>
        <p:spPr>
          <a:xfrm>
            <a:off x="1940442" y="3147238"/>
            <a:ext cx="3296092" cy="1097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282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8"/>
          <p:cNvSpPr/>
          <p:nvPr/>
        </p:nvSpPr>
        <p:spPr>
          <a:xfrm>
            <a:off x="7926453" y="-954252"/>
            <a:ext cx="2162700" cy="2162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38"/>
          <p:cNvSpPr/>
          <p:nvPr/>
        </p:nvSpPr>
        <p:spPr>
          <a:xfrm>
            <a:off x="-1987956" y="3858000"/>
            <a:ext cx="2981400" cy="29814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38"/>
          <p:cNvSpPr/>
          <p:nvPr/>
        </p:nvSpPr>
        <p:spPr>
          <a:xfrm>
            <a:off x="-297772" y="4140500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247;p34">
            <a:extLst>
              <a:ext uri="{FF2B5EF4-FFF2-40B4-BE49-F238E27FC236}">
                <a16:creationId xmlns:a16="http://schemas.microsoft.com/office/drawing/2014/main" id="{7F282FEB-EF9F-C508-D1EC-A450632328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480443"/>
            <a:ext cx="91440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3200" dirty="0"/>
              <a:t>Model Evaluation</a:t>
            </a:r>
            <a:endParaRPr lang="en-US" sz="3200" b="1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99D262A-0C03-9BE2-0EFB-616080BA4C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516381"/>
              </p:ext>
            </p:extLst>
          </p:nvPr>
        </p:nvGraphicFramePr>
        <p:xfrm>
          <a:off x="1586428" y="1295801"/>
          <a:ext cx="5409284" cy="741680"/>
        </p:xfrm>
        <a:graphic>
          <a:graphicData uri="http://schemas.openxmlformats.org/drawingml/2006/table">
            <a:tbl>
              <a:tblPr firstRow="1" bandRow="1">
                <a:tableStyleId>{3E2661C2-F330-4E52-9B4B-223BD4D991B6}</a:tableStyleId>
              </a:tblPr>
              <a:tblGrid>
                <a:gridCol w="1352321">
                  <a:extLst>
                    <a:ext uri="{9D8B030D-6E8A-4147-A177-3AD203B41FA5}">
                      <a16:colId xmlns:a16="http://schemas.microsoft.com/office/drawing/2014/main" val="3735654528"/>
                    </a:ext>
                  </a:extLst>
                </a:gridCol>
                <a:gridCol w="1352321">
                  <a:extLst>
                    <a:ext uri="{9D8B030D-6E8A-4147-A177-3AD203B41FA5}">
                      <a16:colId xmlns:a16="http://schemas.microsoft.com/office/drawing/2014/main" val="2151359601"/>
                    </a:ext>
                  </a:extLst>
                </a:gridCol>
                <a:gridCol w="1352321">
                  <a:extLst>
                    <a:ext uri="{9D8B030D-6E8A-4147-A177-3AD203B41FA5}">
                      <a16:colId xmlns:a16="http://schemas.microsoft.com/office/drawing/2014/main" val="536117161"/>
                    </a:ext>
                  </a:extLst>
                </a:gridCol>
                <a:gridCol w="1352321">
                  <a:extLst>
                    <a:ext uri="{9D8B030D-6E8A-4147-A177-3AD203B41FA5}">
                      <a16:colId xmlns:a16="http://schemas.microsoft.com/office/drawing/2014/main" val="31088206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Accuracy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Precision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Recall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F1-Score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6278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85.10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81.89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89.68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85.60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6960829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49D575D-C401-088E-C5F9-F95D37F2BA6D}"/>
              </a:ext>
            </a:extLst>
          </p:cNvPr>
          <p:cNvSpPr txBox="1"/>
          <p:nvPr/>
        </p:nvSpPr>
        <p:spPr>
          <a:xfrm>
            <a:off x="993444" y="2478795"/>
            <a:ext cx="744547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model achieved an accuracy of </a:t>
            </a:r>
            <a:r>
              <a:rPr lang="en-US" b="1" dirty="0"/>
              <a:t>85.10%</a:t>
            </a:r>
            <a:r>
              <a:rPr lang="en-US" dirty="0"/>
              <a:t>, indicating effective overall classification of movie reviews. With a precision of </a:t>
            </a:r>
            <a:r>
              <a:rPr lang="en-US" b="1" dirty="0"/>
              <a:t>81.89%</a:t>
            </a:r>
            <a:r>
              <a:rPr lang="en-US" dirty="0"/>
              <a:t>, recall of </a:t>
            </a:r>
            <a:r>
              <a:rPr lang="en-US" b="1" dirty="0"/>
              <a:t>89.68%</a:t>
            </a:r>
            <a:r>
              <a:rPr lang="en-US" dirty="0"/>
              <a:t>, and an F1-score of </a:t>
            </a:r>
            <a:r>
              <a:rPr lang="en-US" b="1" dirty="0"/>
              <a:t>85.60%</a:t>
            </a:r>
            <a:r>
              <a:rPr lang="en-US" dirty="0"/>
              <a:t>, the results show that the model is highly capable of correctly identifying positive and negative sentiments.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Accuracy: How many reviews the model predicted correctly overall.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Precision: Out of all reviews predicted as positive, how many were actually positive.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Recall: Out of all actual positive reviews, how many the model correctly found.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F1-Score: A balanced measure that combines precision and recall.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shot (22)">
            <a:extLst>
              <a:ext uri="{FF2B5EF4-FFF2-40B4-BE49-F238E27FC236}">
                <a16:creationId xmlns:a16="http://schemas.microsoft.com/office/drawing/2014/main" id="{BB877F86-A0DD-C0A3-7AFC-56F94E3259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243" b="6838"/>
          <a:stretch>
            <a:fillRect/>
          </a:stretch>
        </p:blipFill>
        <p:spPr>
          <a:xfrm>
            <a:off x="0" y="403852"/>
            <a:ext cx="9187934" cy="43357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56"/>
          <p:cNvSpPr txBox="1">
            <a:spLocks noGrp="1"/>
          </p:cNvSpPr>
          <p:nvPr>
            <p:ph type="title"/>
          </p:nvPr>
        </p:nvSpPr>
        <p:spPr>
          <a:xfrm>
            <a:off x="713225" y="1456500"/>
            <a:ext cx="3519300" cy="35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Limitations</a:t>
            </a:r>
            <a:endParaRPr dirty="0"/>
          </a:p>
        </p:txBody>
      </p:sp>
      <p:sp>
        <p:nvSpPr>
          <p:cNvPr id="709" name="Google Shape;709;p56"/>
          <p:cNvSpPr txBox="1">
            <a:spLocks noGrp="1"/>
          </p:cNvSpPr>
          <p:nvPr>
            <p:ph type="title" idx="2"/>
          </p:nvPr>
        </p:nvSpPr>
        <p:spPr>
          <a:xfrm>
            <a:off x="4911425" y="1456500"/>
            <a:ext cx="3519300" cy="35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Future Work</a:t>
            </a:r>
            <a:endParaRPr dirty="0"/>
          </a:p>
        </p:txBody>
      </p:sp>
      <p:sp>
        <p:nvSpPr>
          <p:cNvPr id="710" name="Google Shape;710;p56"/>
          <p:cNvSpPr txBox="1">
            <a:spLocks noGrp="1"/>
          </p:cNvSpPr>
          <p:nvPr>
            <p:ph type="subTitle" idx="1"/>
          </p:nvPr>
        </p:nvSpPr>
        <p:spPr>
          <a:xfrm>
            <a:off x="4911425" y="1965600"/>
            <a:ext cx="3519300" cy="229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Use advanced models like LSTM or BERT for better accuracy.</a:t>
            </a:r>
          </a:p>
          <a:p>
            <a:endParaRPr lang="en-US" dirty="0"/>
          </a:p>
          <a:p>
            <a:r>
              <a:rPr lang="en-US" dirty="0"/>
              <a:t>Add neutral and multi-class sentiment detection.</a:t>
            </a:r>
          </a:p>
          <a:p>
            <a:endParaRPr lang="en-US" dirty="0"/>
          </a:p>
          <a:p>
            <a:r>
              <a:rPr lang="en-US" dirty="0"/>
              <a:t>Support multiple languages.</a:t>
            </a:r>
          </a:p>
          <a:p>
            <a:endParaRPr lang="en-US" dirty="0"/>
          </a:p>
          <a:p>
            <a:r>
              <a:rPr lang="en-US" dirty="0"/>
              <a:t>Include real-time sentiment analysis with live data sources.</a:t>
            </a:r>
          </a:p>
        </p:txBody>
      </p:sp>
      <p:sp>
        <p:nvSpPr>
          <p:cNvPr id="711" name="Google Shape;711;p56"/>
          <p:cNvSpPr txBox="1">
            <a:spLocks noGrp="1"/>
          </p:cNvSpPr>
          <p:nvPr>
            <p:ph type="subTitle" idx="3"/>
          </p:nvPr>
        </p:nvSpPr>
        <p:spPr>
          <a:xfrm>
            <a:off x="713224" y="1965600"/>
            <a:ext cx="3858775" cy="229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The model classifies only positive and negative sentiments.</a:t>
            </a:r>
          </a:p>
          <a:p>
            <a:pPr marL="139700" indent="0">
              <a:buNone/>
            </a:pPr>
            <a:endParaRPr lang="en-US" dirty="0"/>
          </a:p>
          <a:p>
            <a:r>
              <a:rPr lang="en-US" dirty="0"/>
              <a:t>It may not understand sarcasm or complex language.</a:t>
            </a:r>
          </a:p>
          <a:p>
            <a:pPr marL="139700" indent="0">
              <a:buNone/>
            </a:pPr>
            <a:endParaRPr lang="en-US" dirty="0"/>
          </a:p>
          <a:p>
            <a:r>
              <a:rPr lang="en-US" dirty="0"/>
              <a:t>Performance depends on the quality of text preprocessing.</a:t>
            </a:r>
          </a:p>
          <a:p>
            <a:pPr marL="139700" indent="0">
              <a:buNone/>
            </a:pPr>
            <a:endParaRPr lang="en-US" dirty="0"/>
          </a:p>
          <a:p>
            <a:r>
              <a:rPr lang="en-US" dirty="0"/>
              <a:t>Logistic Regression may miss contextual meaning of words.</a:t>
            </a:r>
          </a:p>
        </p:txBody>
      </p:sp>
      <p:sp>
        <p:nvSpPr>
          <p:cNvPr id="713" name="Google Shape;713;p56"/>
          <p:cNvSpPr/>
          <p:nvPr/>
        </p:nvSpPr>
        <p:spPr>
          <a:xfrm>
            <a:off x="7567966" y="-1204357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4" name="Google Shape;714;p56"/>
          <p:cNvSpPr/>
          <p:nvPr/>
        </p:nvSpPr>
        <p:spPr>
          <a:xfrm>
            <a:off x="7793225" y="380200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247;p34">
            <a:extLst>
              <a:ext uri="{FF2B5EF4-FFF2-40B4-BE49-F238E27FC236}">
                <a16:creationId xmlns:a16="http://schemas.microsoft.com/office/drawing/2014/main" id="{DB3CBD69-D112-BD88-3373-05A51F22586F}"/>
              </a:ext>
            </a:extLst>
          </p:cNvPr>
          <p:cNvSpPr txBox="1">
            <a:spLocks/>
          </p:cNvSpPr>
          <p:nvPr/>
        </p:nvSpPr>
        <p:spPr>
          <a:xfrm>
            <a:off x="-1" y="663000"/>
            <a:ext cx="91440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23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pPr algn="ctr"/>
            <a:r>
              <a:rPr lang="en-US" sz="3200" dirty="0"/>
              <a:t>Limitations and Future Work</a:t>
            </a:r>
          </a:p>
          <a:p>
            <a:pPr algn="ctr"/>
            <a:r>
              <a:rPr lang="en-US" sz="3200" dirty="0"/>
              <a:t> </a:t>
            </a:r>
            <a:endParaRPr lang="en-US" sz="32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0"/>
          <p:cNvSpPr/>
          <p:nvPr/>
        </p:nvSpPr>
        <p:spPr>
          <a:xfrm>
            <a:off x="6472350" y="4379975"/>
            <a:ext cx="2981400" cy="29814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40"/>
          <p:cNvSpPr/>
          <p:nvPr/>
        </p:nvSpPr>
        <p:spPr>
          <a:xfrm>
            <a:off x="7582418" y="4138825"/>
            <a:ext cx="381000" cy="3810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40"/>
          <p:cNvSpPr/>
          <p:nvPr/>
        </p:nvSpPr>
        <p:spPr>
          <a:xfrm>
            <a:off x="-928950" y="-964925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40"/>
          <p:cNvSpPr/>
          <p:nvPr/>
        </p:nvSpPr>
        <p:spPr>
          <a:xfrm>
            <a:off x="7967400" y="3247975"/>
            <a:ext cx="2162700" cy="2162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247;p34">
            <a:extLst>
              <a:ext uri="{FF2B5EF4-FFF2-40B4-BE49-F238E27FC236}">
                <a16:creationId xmlns:a16="http://schemas.microsoft.com/office/drawing/2014/main" id="{B048F8A1-8FD1-F10B-BCD8-563CE6DC7074}"/>
              </a:ext>
            </a:extLst>
          </p:cNvPr>
          <p:cNvSpPr txBox="1">
            <a:spLocks/>
          </p:cNvSpPr>
          <p:nvPr/>
        </p:nvSpPr>
        <p:spPr>
          <a:xfrm>
            <a:off x="152400" y="697450"/>
            <a:ext cx="91440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23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pPr algn="ctr"/>
            <a:r>
              <a:rPr lang="en-US" sz="3200" dirty="0"/>
              <a:t>Conclusion </a:t>
            </a:r>
            <a:endParaRPr lang="en-US" sz="3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A08D84-BB40-C73F-7F37-E3A29003D3F3}"/>
              </a:ext>
            </a:extLst>
          </p:cNvPr>
          <p:cNvSpPr txBox="1"/>
          <p:nvPr/>
        </p:nvSpPr>
        <p:spPr>
          <a:xfrm>
            <a:off x="1233750" y="1340834"/>
            <a:ext cx="637953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This project successfully demonstrates the development of a sentiment analysis system that can classify text as positive, negative, or neutral. Although it primarily focuses on text classification using TF-IDF and Logistic Regression, it effectively shows how machine learning can be applied to understand human emotions in written content. The use of NLTK for preprocessing and </a:t>
            </a:r>
            <a:r>
              <a:rPr lang="en-US" dirty="0" err="1"/>
              <a:t>Joblib</a:t>
            </a:r>
            <a:r>
              <a:rPr lang="en-US" dirty="0"/>
              <a:t> for model saving makes the system efficient and easy to maintain. Furthermore, the </a:t>
            </a:r>
            <a:r>
              <a:rPr lang="en-US" dirty="0" err="1"/>
              <a:t>Streamlit</a:t>
            </a:r>
            <a:r>
              <a:rPr lang="en-US" dirty="0"/>
              <a:t> web application makes the model accessible to anyone, allowing users to input text and instantly see the predicted sentiment. Overall, while the project is mainly focused on building a </a:t>
            </a:r>
            <a:r>
              <a:rPr lang="en-US" b="1" dirty="0"/>
              <a:t>sentiment analysis system</a:t>
            </a:r>
            <a:r>
              <a:rPr lang="en-US" dirty="0"/>
              <a:t> , it can be used in real-world situations like product reviews, customer feedback, and social media monitoring, making it a useful tool for both businesses and individuals.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30;p40">
            <a:extLst>
              <a:ext uri="{FF2B5EF4-FFF2-40B4-BE49-F238E27FC236}">
                <a16:creationId xmlns:a16="http://schemas.microsoft.com/office/drawing/2014/main" id="{F035712F-C4E3-FFA4-928A-7B312A0865B2}"/>
              </a:ext>
            </a:extLst>
          </p:cNvPr>
          <p:cNvSpPr/>
          <p:nvPr/>
        </p:nvSpPr>
        <p:spPr>
          <a:xfrm>
            <a:off x="-1357354" y="2571750"/>
            <a:ext cx="2162700" cy="2162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330;p40">
            <a:extLst>
              <a:ext uri="{FF2B5EF4-FFF2-40B4-BE49-F238E27FC236}">
                <a16:creationId xmlns:a16="http://schemas.microsoft.com/office/drawing/2014/main" id="{2EB9B19C-0F12-ED31-C9BA-43AA82720827}"/>
              </a:ext>
            </a:extLst>
          </p:cNvPr>
          <p:cNvSpPr/>
          <p:nvPr/>
        </p:nvSpPr>
        <p:spPr>
          <a:xfrm>
            <a:off x="6893511" y="-1081350"/>
            <a:ext cx="2162700" cy="2162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" name="Google Shape;827;p62">
            <a:extLst>
              <a:ext uri="{FF2B5EF4-FFF2-40B4-BE49-F238E27FC236}">
                <a16:creationId xmlns:a16="http://schemas.microsoft.com/office/drawing/2014/main" id="{3F2D6253-44A0-C030-9BCD-91CC775C6107}"/>
              </a:ext>
            </a:extLst>
          </p:cNvPr>
          <p:cNvGrpSpPr/>
          <p:nvPr/>
        </p:nvGrpSpPr>
        <p:grpSpPr>
          <a:xfrm>
            <a:off x="-665594" y="2571750"/>
            <a:ext cx="2941879" cy="2697172"/>
            <a:chOff x="6015419" y="3716859"/>
            <a:chExt cx="557671" cy="511283"/>
          </a:xfrm>
        </p:grpSpPr>
        <p:sp>
          <p:nvSpPr>
            <p:cNvPr id="35" name="Google Shape;828;p62">
              <a:extLst>
                <a:ext uri="{FF2B5EF4-FFF2-40B4-BE49-F238E27FC236}">
                  <a16:creationId xmlns:a16="http://schemas.microsoft.com/office/drawing/2014/main" id="{4083E29B-2336-E074-E111-816EC27C7EDE}"/>
                </a:ext>
              </a:extLst>
            </p:cNvPr>
            <p:cNvSpPr/>
            <p:nvPr/>
          </p:nvSpPr>
          <p:spPr>
            <a:xfrm>
              <a:off x="6015419" y="3716859"/>
              <a:ext cx="557671" cy="511283"/>
            </a:xfrm>
            <a:custGeom>
              <a:avLst/>
              <a:gdLst/>
              <a:ahLst/>
              <a:cxnLst/>
              <a:rect l="l" t="t" r="r" b="b"/>
              <a:pathLst>
                <a:path w="96650" h="88649" extrusionOk="0">
                  <a:moveTo>
                    <a:pt x="48692" y="0"/>
                  </a:moveTo>
                  <a:cubicBezTo>
                    <a:pt x="46526" y="0"/>
                    <a:pt x="44332" y="152"/>
                    <a:pt x="42124" y="465"/>
                  </a:cubicBezTo>
                  <a:cubicBezTo>
                    <a:pt x="17336" y="3960"/>
                    <a:pt x="1" y="26441"/>
                    <a:pt x="3443" y="50679"/>
                  </a:cubicBezTo>
                  <a:cubicBezTo>
                    <a:pt x="6564" y="72751"/>
                    <a:pt x="25836" y="88649"/>
                    <a:pt x="48004" y="88649"/>
                  </a:cubicBezTo>
                  <a:cubicBezTo>
                    <a:pt x="50160" y="88649"/>
                    <a:pt x="52345" y="88498"/>
                    <a:pt x="54544" y="88188"/>
                  </a:cubicBezTo>
                  <a:cubicBezTo>
                    <a:pt x="79332" y="84675"/>
                    <a:pt x="96649" y="62194"/>
                    <a:pt x="93225" y="37975"/>
                  </a:cubicBezTo>
                  <a:cubicBezTo>
                    <a:pt x="90105" y="15895"/>
                    <a:pt x="70848" y="0"/>
                    <a:pt x="48692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6" name="Google Shape;829;p62">
              <a:extLst>
                <a:ext uri="{FF2B5EF4-FFF2-40B4-BE49-F238E27FC236}">
                  <a16:creationId xmlns:a16="http://schemas.microsoft.com/office/drawing/2014/main" id="{09BB54BA-3EDB-7FB2-452F-1099AD6CE2D9}"/>
                </a:ext>
              </a:extLst>
            </p:cNvPr>
            <p:cNvGrpSpPr/>
            <p:nvPr/>
          </p:nvGrpSpPr>
          <p:grpSpPr>
            <a:xfrm>
              <a:off x="6036094" y="3716980"/>
              <a:ext cx="529860" cy="510469"/>
              <a:chOff x="6036094" y="3716980"/>
              <a:chExt cx="529860" cy="510469"/>
            </a:xfrm>
          </p:grpSpPr>
          <p:sp>
            <p:nvSpPr>
              <p:cNvPr id="37" name="Google Shape;830;p62">
                <a:extLst>
                  <a:ext uri="{FF2B5EF4-FFF2-40B4-BE49-F238E27FC236}">
                    <a16:creationId xmlns:a16="http://schemas.microsoft.com/office/drawing/2014/main" id="{D0E43284-24F6-95C0-0917-97D70E54FCFC}"/>
                  </a:ext>
                </a:extLst>
              </p:cNvPr>
              <p:cNvSpPr/>
              <p:nvPr/>
            </p:nvSpPr>
            <p:spPr>
              <a:xfrm>
                <a:off x="6220140" y="3716980"/>
                <a:ext cx="80065" cy="64273"/>
              </a:xfrm>
              <a:custGeom>
                <a:avLst/>
                <a:gdLst/>
                <a:ahLst/>
                <a:cxnLst/>
                <a:rect l="l" t="t" r="r" b="b"/>
                <a:pathLst>
                  <a:path w="13876" h="11144" extrusionOk="0">
                    <a:moveTo>
                      <a:pt x="11055" y="0"/>
                    </a:moveTo>
                    <a:cubicBezTo>
                      <a:pt x="9600" y="71"/>
                      <a:pt x="8127" y="213"/>
                      <a:pt x="6654" y="426"/>
                    </a:cubicBezTo>
                    <a:cubicBezTo>
                      <a:pt x="4401" y="746"/>
                      <a:pt x="2165" y="1225"/>
                      <a:pt x="1" y="1863"/>
                    </a:cubicBezTo>
                    <a:lnTo>
                      <a:pt x="54" y="2307"/>
                    </a:lnTo>
                    <a:lnTo>
                      <a:pt x="2165" y="2396"/>
                    </a:lnTo>
                    <a:lnTo>
                      <a:pt x="1739" y="4117"/>
                    </a:lnTo>
                    <a:lnTo>
                      <a:pt x="3194" y="4401"/>
                    </a:lnTo>
                    <a:lnTo>
                      <a:pt x="1828" y="5146"/>
                    </a:lnTo>
                    <a:cubicBezTo>
                      <a:pt x="2893" y="6015"/>
                      <a:pt x="1207" y="7417"/>
                      <a:pt x="2538" y="8393"/>
                    </a:cubicBezTo>
                    <a:cubicBezTo>
                      <a:pt x="3088" y="8783"/>
                      <a:pt x="3088" y="9937"/>
                      <a:pt x="3301" y="10611"/>
                    </a:cubicBezTo>
                    <a:lnTo>
                      <a:pt x="6335" y="11143"/>
                    </a:lnTo>
                    <a:cubicBezTo>
                      <a:pt x="6583" y="10611"/>
                      <a:pt x="6832" y="10061"/>
                      <a:pt x="7098" y="9493"/>
                    </a:cubicBezTo>
                    <a:cubicBezTo>
                      <a:pt x="7670" y="8245"/>
                      <a:pt x="7649" y="6456"/>
                      <a:pt x="9632" y="6456"/>
                    </a:cubicBezTo>
                    <a:cubicBezTo>
                      <a:pt x="9679" y="6456"/>
                      <a:pt x="9728" y="6457"/>
                      <a:pt x="9777" y="6459"/>
                    </a:cubicBezTo>
                    <a:cubicBezTo>
                      <a:pt x="10380" y="5217"/>
                      <a:pt x="11410" y="4791"/>
                      <a:pt x="12723" y="4685"/>
                    </a:cubicBezTo>
                    <a:cubicBezTo>
                      <a:pt x="13113" y="4649"/>
                      <a:pt x="13450" y="3939"/>
                      <a:pt x="13876" y="3443"/>
                    </a:cubicBezTo>
                    <a:cubicBezTo>
                      <a:pt x="13166" y="2378"/>
                      <a:pt x="12687" y="1012"/>
                      <a:pt x="11729" y="391"/>
                    </a:cubicBezTo>
                    <a:cubicBezTo>
                      <a:pt x="11516" y="249"/>
                      <a:pt x="11285" y="125"/>
                      <a:pt x="1105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831;p62">
                <a:extLst>
                  <a:ext uri="{FF2B5EF4-FFF2-40B4-BE49-F238E27FC236}">
                    <a16:creationId xmlns:a16="http://schemas.microsoft.com/office/drawing/2014/main" id="{FCDF8F0A-7C21-C58D-8BB8-0A61FD95FFB7}"/>
                  </a:ext>
                </a:extLst>
              </p:cNvPr>
              <p:cNvSpPr/>
              <p:nvPr/>
            </p:nvSpPr>
            <p:spPr>
              <a:xfrm>
                <a:off x="6368562" y="3771936"/>
                <a:ext cx="39115" cy="36745"/>
              </a:xfrm>
              <a:custGeom>
                <a:avLst/>
                <a:gdLst/>
                <a:ahLst/>
                <a:cxnLst/>
                <a:rect l="l" t="t" r="r" b="b"/>
                <a:pathLst>
                  <a:path w="6779" h="6371" extrusionOk="0">
                    <a:moveTo>
                      <a:pt x="870" y="1"/>
                    </a:moveTo>
                    <a:lnTo>
                      <a:pt x="1" y="1154"/>
                    </a:lnTo>
                    <a:lnTo>
                      <a:pt x="1509" y="2698"/>
                    </a:lnTo>
                    <a:lnTo>
                      <a:pt x="2272" y="3283"/>
                    </a:lnTo>
                    <a:cubicBezTo>
                      <a:pt x="3567" y="3922"/>
                      <a:pt x="3301" y="5625"/>
                      <a:pt x="4436" y="6370"/>
                    </a:cubicBezTo>
                    <a:cubicBezTo>
                      <a:pt x="4880" y="5341"/>
                      <a:pt x="5838" y="5554"/>
                      <a:pt x="6654" y="5377"/>
                    </a:cubicBezTo>
                    <a:cubicBezTo>
                      <a:pt x="6778" y="4117"/>
                      <a:pt x="5732" y="3549"/>
                      <a:pt x="4933" y="3265"/>
                    </a:cubicBezTo>
                    <a:cubicBezTo>
                      <a:pt x="3762" y="2875"/>
                      <a:pt x="2928" y="2360"/>
                      <a:pt x="2325" y="1278"/>
                    </a:cubicBezTo>
                    <a:cubicBezTo>
                      <a:pt x="2023" y="746"/>
                      <a:pt x="1367" y="426"/>
                      <a:pt x="87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832;p62">
                <a:extLst>
                  <a:ext uri="{FF2B5EF4-FFF2-40B4-BE49-F238E27FC236}">
                    <a16:creationId xmlns:a16="http://schemas.microsoft.com/office/drawing/2014/main" id="{E22EC24C-81BC-B3BD-8B2B-57BF9B73E62D}"/>
                  </a:ext>
                </a:extLst>
              </p:cNvPr>
              <p:cNvSpPr/>
              <p:nvPr/>
            </p:nvSpPr>
            <p:spPr>
              <a:xfrm>
                <a:off x="6304793" y="3747169"/>
                <a:ext cx="25088" cy="13311"/>
              </a:xfrm>
              <a:custGeom>
                <a:avLst/>
                <a:gdLst/>
                <a:ahLst/>
                <a:cxnLst/>
                <a:rect l="l" t="t" r="r" b="b"/>
                <a:pathLst>
                  <a:path w="4348" h="2308" extrusionOk="0">
                    <a:moveTo>
                      <a:pt x="3957" y="1"/>
                    </a:moveTo>
                    <a:cubicBezTo>
                      <a:pt x="2680" y="355"/>
                      <a:pt x="1296" y="143"/>
                      <a:pt x="0" y="906"/>
                    </a:cubicBezTo>
                    <a:cubicBezTo>
                      <a:pt x="728" y="1651"/>
                      <a:pt x="728" y="1615"/>
                      <a:pt x="1544" y="1757"/>
                    </a:cubicBezTo>
                    <a:cubicBezTo>
                      <a:pt x="2147" y="1917"/>
                      <a:pt x="2733" y="2094"/>
                      <a:pt x="3318" y="2307"/>
                    </a:cubicBezTo>
                    <a:lnTo>
                      <a:pt x="4348" y="639"/>
                    </a:lnTo>
                    <a:lnTo>
                      <a:pt x="395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833;p62">
                <a:extLst>
                  <a:ext uri="{FF2B5EF4-FFF2-40B4-BE49-F238E27FC236}">
                    <a16:creationId xmlns:a16="http://schemas.microsoft.com/office/drawing/2014/main" id="{476158F5-61BF-CA04-8972-32BEBEB87E78}"/>
                  </a:ext>
                </a:extLst>
              </p:cNvPr>
              <p:cNvSpPr/>
              <p:nvPr/>
            </p:nvSpPr>
            <p:spPr>
              <a:xfrm>
                <a:off x="6365182" y="3787492"/>
                <a:ext cx="18025" cy="16582"/>
              </a:xfrm>
              <a:custGeom>
                <a:avLst/>
                <a:gdLst/>
                <a:ahLst/>
                <a:cxnLst/>
                <a:rect l="l" t="t" r="r" b="b"/>
                <a:pathLst>
                  <a:path w="3124" h="2875" extrusionOk="0">
                    <a:moveTo>
                      <a:pt x="2095" y="1"/>
                    </a:moveTo>
                    <a:lnTo>
                      <a:pt x="1" y="1030"/>
                    </a:lnTo>
                    <a:cubicBezTo>
                      <a:pt x="498" y="1455"/>
                      <a:pt x="782" y="1615"/>
                      <a:pt x="941" y="1864"/>
                    </a:cubicBezTo>
                    <a:cubicBezTo>
                      <a:pt x="1119" y="2112"/>
                      <a:pt x="1154" y="2449"/>
                      <a:pt x="1279" y="2875"/>
                    </a:cubicBezTo>
                    <a:lnTo>
                      <a:pt x="3124" y="2467"/>
                    </a:lnTo>
                    <a:lnTo>
                      <a:pt x="2858" y="586"/>
                    </a:lnTo>
                    <a:lnTo>
                      <a:pt x="209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834;p62">
                <a:extLst>
                  <a:ext uri="{FF2B5EF4-FFF2-40B4-BE49-F238E27FC236}">
                    <a16:creationId xmlns:a16="http://schemas.microsoft.com/office/drawing/2014/main" id="{DA45A362-17B1-DFCD-A22A-FD4A37D2DDEB}"/>
                  </a:ext>
                </a:extLst>
              </p:cNvPr>
              <p:cNvSpPr/>
              <p:nvPr/>
            </p:nvSpPr>
            <p:spPr>
              <a:xfrm>
                <a:off x="6367131" y="3727108"/>
                <a:ext cx="198823" cy="438001"/>
              </a:xfrm>
              <a:custGeom>
                <a:avLst/>
                <a:gdLst/>
                <a:ahLst/>
                <a:cxnLst/>
                <a:rect l="l" t="t" r="r" b="b"/>
                <a:pathLst>
                  <a:path w="34458" h="75943" extrusionOk="0">
                    <a:moveTo>
                      <a:pt x="8836" y="6211"/>
                    </a:moveTo>
                    <a:cubicBezTo>
                      <a:pt x="10061" y="6371"/>
                      <a:pt x="10061" y="6371"/>
                      <a:pt x="12438" y="9352"/>
                    </a:cubicBezTo>
                    <a:lnTo>
                      <a:pt x="10930" y="10416"/>
                    </a:lnTo>
                    <a:cubicBezTo>
                      <a:pt x="10646" y="10044"/>
                      <a:pt x="9244" y="10079"/>
                      <a:pt x="10309" y="8997"/>
                    </a:cubicBezTo>
                    <a:lnTo>
                      <a:pt x="8836" y="6211"/>
                    </a:lnTo>
                    <a:close/>
                    <a:moveTo>
                      <a:pt x="13237" y="17585"/>
                    </a:moveTo>
                    <a:cubicBezTo>
                      <a:pt x="14213" y="18330"/>
                      <a:pt x="14976" y="19235"/>
                      <a:pt x="15951" y="19572"/>
                    </a:cubicBezTo>
                    <a:cubicBezTo>
                      <a:pt x="17034" y="19945"/>
                      <a:pt x="17548" y="20761"/>
                      <a:pt x="18294" y="21506"/>
                    </a:cubicBezTo>
                    <a:lnTo>
                      <a:pt x="16892" y="22216"/>
                    </a:lnTo>
                    <a:lnTo>
                      <a:pt x="19092" y="23440"/>
                    </a:lnTo>
                    <a:lnTo>
                      <a:pt x="18826" y="19359"/>
                    </a:lnTo>
                    <a:lnTo>
                      <a:pt x="18826" y="19359"/>
                    </a:lnTo>
                    <a:cubicBezTo>
                      <a:pt x="19500" y="20264"/>
                      <a:pt x="19890" y="20867"/>
                      <a:pt x="20352" y="21382"/>
                    </a:cubicBezTo>
                    <a:cubicBezTo>
                      <a:pt x="20813" y="21914"/>
                      <a:pt x="21328" y="22340"/>
                      <a:pt x="22091" y="23050"/>
                    </a:cubicBezTo>
                    <a:lnTo>
                      <a:pt x="22587" y="21346"/>
                    </a:lnTo>
                    <a:lnTo>
                      <a:pt x="25267" y="23742"/>
                    </a:lnTo>
                    <a:lnTo>
                      <a:pt x="26402" y="22713"/>
                    </a:lnTo>
                    <a:lnTo>
                      <a:pt x="27999" y="26261"/>
                    </a:lnTo>
                    <a:cubicBezTo>
                      <a:pt x="27384" y="26597"/>
                      <a:pt x="26823" y="26720"/>
                      <a:pt x="26292" y="26720"/>
                    </a:cubicBezTo>
                    <a:cubicBezTo>
                      <a:pt x="24969" y="26720"/>
                      <a:pt x="23833" y="25957"/>
                      <a:pt x="22516" y="25818"/>
                    </a:cubicBezTo>
                    <a:cubicBezTo>
                      <a:pt x="22516" y="26527"/>
                      <a:pt x="22499" y="27131"/>
                      <a:pt x="22499" y="27787"/>
                    </a:cubicBezTo>
                    <a:cubicBezTo>
                      <a:pt x="22392" y="27787"/>
                      <a:pt x="22270" y="27819"/>
                      <a:pt x="22169" y="27819"/>
                    </a:cubicBezTo>
                    <a:cubicBezTo>
                      <a:pt x="22118" y="27819"/>
                      <a:pt x="22073" y="27811"/>
                      <a:pt x="22037" y="27787"/>
                    </a:cubicBezTo>
                    <a:cubicBezTo>
                      <a:pt x="21133" y="27288"/>
                      <a:pt x="20502" y="26308"/>
                      <a:pt x="19338" y="26308"/>
                    </a:cubicBezTo>
                    <a:cubicBezTo>
                      <a:pt x="19178" y="26308"/>
                      <a:pt x="19008" y="26327"/>
                      <a:pt x="18826" y="26368"/>
                    </a:cubicBezTo>
                    <a:cubicBezTo>
                      <a:pt x="18808" y="26372"/>
                      <a:pt x="18788" y="26375"/>
                      <a:pt x="18768" y="26375"/>
                    </a:cubicBezTo>
                    <a:cubicBezTo>
                      <a:pt x="18417" y="26375"/>
                      <a:pt x="17797" y="25667"/>
                      <a:pt x="17495" y="25197"/>
                    </a:cubicBezTo>
                    <a:cubicBezTo>
                      <a:pt x="16998" y="24416"/>
                      <a:pt x="16661" y="23529"/>
                      <a:pt x="16360" y="22925"/>
                    </a:cubicBezTo>
                    <a:cubicBezTo>
                      <a:pt x="16129" y="22764"/>
                      <a:pt x="15928" y="22701"/>
                      <a:pt x="15748" y="22701"/>
                    </a:cubicBezTo>
                    <a:cubicBezTo>
                      <a:pt x="15114" y="22701"/>
                      <a:pt x="14724" y="23479"/>
                      <a:pt x="14110" y="23479"/>
                    </a:cubicBezTo>
                    <a:cubicBezTo>
                      <a:pt x="13959" y="23479"/>
                      <a:pt x="13794" y="23432"/>
                      <a:pt x="13609" y="23316"/>
                    </a:cubicBezTo>
                    <a:cubicBezTo>
                      <a:pt x="13398" y="23182"/>
                      <a:pt x="13213" y="23127"/>
                      <a:pt x="13048" y="23127"/>
                    </a:cubicBezTo>
                    <a:cubicBezTo>
                      <a:pt x="12310" y="23127"/>
                      <a:pt x="11952" y="24236"/>
                      <a:pt x="11285" y="24540"/>
                    </a:cubicBezTo>
                    <a:cubicBezTo>
                      <a:pt x="10309" y="24984"/>
                      <a:pt x="9475" y="24913"/>
                      <a:pt x="8357" y="25126"/>
                    </a:cubicBezTo>
                    <a:cubicBezTo>
                      <a:pt x="8712" y="23440"/>
                      <a:pt x="10007" y="23263"/>
                      <a:pt x="10877" y="22588"/>
                    </a:cubicBezTo>
                    <a:cubicBezTo>
                      <a:pt x="9333" y="21453"/>
                      <a:pt x="11161" y="20583"/>
                      <a:pt x="11107" y="19732"/>
                    </a:cubicBezTo>
                    <a:cubicBezTo>
                      <a:pt x="10966" y="17815"/>
                      <a:pt x="13183" y="19075"/>
                      <a:pt x="13237" y="17585"/>
                    </a:cubicBezTo>
                    <a:close/>
                    <a:moveTo>
                      <a:pt x="444" y="1"/>
                    </a:moveTo>
                    <a:lnTo>
                      <a:pt x="444" y="1"/>
                    </a:lnTo>
                    <a:cubicBezTo>
                      <a:pt x="373" y="746"/>
                      <a:pt x="0" y="1438"/>
                      <a:pt x="1278" y="1758"/>
                    </a:cubicBezTo>
                    <a:cubicBezTo>
                      <a:pt x="2147" y="1953"/>
                      <a:pt x="2662" y="2929"/>
                      <a:pt x="2857" y="3869"/>
                    </a:cubicBezTo>
                    <a:cubicBezTo>
                      <a:pt x="3034" y="4756"/>
                      <a:pt x="3123" y="5643"/>
                      <a:pt x="3247" y="6530"/>
                    </a:cubicBezTo>
                    <a:lnTo>
                      <a:pt x="3549" y="6140"/>
                    </a:lnTo>
                    <a:lnTo>
                      <a:pt x="5412" y="8145"/>
                    </a:lnTo>
                    <a:lnTo>
                      <a:pt x="6654" y="6903"/>
                    </a:lnTo>
                    <a:lnTo>
                      <a:pt x="8393" y="10505"/>
                    </a:lnTo>
                    <a:lnTo>
                      <a:pt x="6654" y="14426"/>
                    </a:lnTo>
                    <a:lnTo>
                      <a:pt x="5944" y="14036"/>
                    </a:lnTo>
                    <a:cubicBezTo>
                      <a:pt x="5678" y="14338"/>
                      <a:pt x="5447" y="14657"/>
                      <a:pt x="5252" y="14976"/>
                    </a:cubicBezTo>
                    <a:cubicBezTo>
                      <a:pt x="5163" y="15154"/>
                      <a:pt x="5217" y="15402"/>
                      <a:pt x="5199" y="15615"/>
                    </a:cubicBezTo>
                    <a:cubicBezTo>
                      <a:pt x="7346" y="16591"/>
                      <a:pt x="7701" y="17017"/>
                      <a:pt x="8162" y="19004"/>
                    </a:cubicBezTo>
                    <a:lnTo>
                      <a:pt x="4471" y="18827"/>
                    </a:lnTo>
                    <a:lnTo>
                      <a:pt x="4471" y="18827"/>
                    </a:lnTo>
                    <a:cubicBezTo>
                      <a:pt x="4755" y="21754"/>
                      <a:pt x="5057" y="22606"/>
                      <a:pt x="6193" y="24114"/>
                    </a:cubicBezTo>
                    <a:lnTo>
                      <a:pt x="7754" y="24061"/>
                    </a:lnTo>
                    <a:lnTo>
                      <a:pt x="7754" y="24061"/>
                    </a:lnTo>
                    <a:cubicBezTo>
                      <a:pt x="8073" y="25480"/>
                      <a:pt x="7914" y="26740"/>
                      <a:pt x="6920" y="27379"/>
                    </a:cubicBezTo>
                    <a:cubicBezTo>
                      <a:pt x="5518" y="28319"/>
                      <a:pt x="7026" y="29703"/>
                      <a:pt x="5962" y="30857"/>
                    </a:cubicBezTo>
                    <a:cubicBezTo>
                      <a:pt x="4241" y="32720"/>
                      <a:pt x="3850" y="35399"/>
                      <a:pt x="2644" y="37812"/>
                    </a:cubicBezTo>
                    <a:lnTo>
                      <a:pt x="4471" y="38380"/>
                    </a:lnTo>
                    <a:cubicBezTo>
                      <a:pt x="4400" y="39161"/>
                      <a:pt x="4436" y="40012"/>
                      <a:pt x="4259" y="40829"/>
                    </a:cubicBezTo>
                    <a:cubicBezTo>
                      <a:pt x="3939" y="42319"/>
                      <a:pt x="4329" y="43579"/>
                      <a:pt x="5252" y="44732"/>
                    </a:cubicBezTo>
                    <a:cubicBezTo>
                      <a:pt x="5838" y="45460"/>
                      <a:pt x="6370" y="46240"/>
                      <a:pt x="7026" y="46932"/>
                    </a:cubicBezTo>
                    <a:cubicBezTo>
                      <a:pt x="7789" y="47731"/>
                      <a:pt x="9209" y="47678"/>
                      <a:pt x="9670" y="48920"/>
                    </a:cubicBezTo>
                    <a:cubicBezTo>
                      <a:pt x="9723" y="49026"/>
                      <a:pt x="9812" y="49097"/>
                      <a:pt x="9919" y="49132"/>
                    </a:cubicBezTo>
                    <a:cubicBezTo>
                      <a:pt x="10191" y="49213"/>
                      <a:pt x="10478" y="49350"/>
                      <a:pt x="10740" y="49350"/>
                    </a:cubicBezTo>
                    <a:cubicBezTo>
                      <a:pt x="10768" y="49350"/>
                      <a:pt x="10796" y="49349"/>
                      <a:pt x="10824" y="49345"/>
                    </a:cubicBezTo>
                    <a:cubicBezTo>
                      <a:pt x="11569" y="49257"/>
                      <a:pt x="12279" y="49257"/>
                      <a:pt x="12917" y="48547"/>
                    </a:cubicBezTo>
                    <a:cubicBezTo>
                      <a:pt x="12958" y="48500"/>
                      <a:pt x="13033" y="48481"/>
                      <a:pt x="13131" y="48481"/>
                    </a:cubicBezTo>
                    <a:cubicBezTo>
                      <a:pt x="13526" y="48481"/>
                      <a:pt x="14291" y="48790"/>
                      <a:pt x="14670" y="48790"/>
                    </a:cubicBezTo>
                    <a:cubicBezTo>
                      <a:pt x="14764" y="48790"/>
                      <a:pt x="14834" y="48771"/>
                      <a:pt x="14869" y="48724"/>
                    </a:cubicBezTo>
                    <a:cubicBezTo>
                      <a:pt x="15721" y="47642"/>
                      <a:pt x="16892" y="47944"/>
                      <a:pt x="17921" y="47695"/>
                    </a:cubicBezTo>
                    <a:cubicBezTo>
                      <a:pt x="17948" y="47687"/>
                      <a:pt x="17976" y="47684"/>
                      <a:pt x="18005" y="47684"/>
                    </a:cubicBezTo>
                    <a:cubicBezTo>
                      <a:pt x="18165" y="47684"/>
                      <a:pt x="18357" y="47795"/>
                      <a:pt x="18613" y="47855"/>
                    </a:cubicBezTo>
                    <a:cubicBezTo>
                      <a:pt x="18550" y="48716"/>
                      <a:pt x="18847" y="48890"/>
                      <a:pt x="19260" y="48890"/>
                    </a:cubicBezTo>
                    <a:cubicBezTo>
                      <a:pt x="19540" y="48890"/>
                      <a:pt x="19874" y="48810"/>
                      <a:pt x="20185" y="48810"/>
                    </a:cubicBezTo>
                    <a:cubicBezTo>
                      <a:pt x="20457" y="48810"/>
                      <a:pt x="20713" y="48871"/>
                      <a:pt x="20902" y="49097"/>
                    </a:cubicBezTo>
                    <a:cubicBezTo>
                      <a:pt x="20831" y="49558"/>
                      <a:pt x="20902" y="50233"/>
                      <a:pt x="20636" y="50765"/>
                    </a:cubicBezTo>
                    <a:cubicBezTo>
                      <a:pt x="20228" y="51546"/>
                      <a:pt x="21150" y="52592"/>
                      <a:pt x="20068" y="53178"/>
                    </a:cubicBezTo>
                    <a:cubicBezTo>
                      <a:pt x="21771" y="55112"/>
                      <a:pt x="20955" y="57649"/>
                      <a:pt x="21594" y="59424"/>
                    </a:cubicBezTo>
                    <a:cubicBezTo>
                      <a:pt x="20742" y="61713"/>
                      <a:pt x="19589" y="63327"/>
                      <a:pt x="19624" y="65776"/>
                    </a:cubicBezTo>
                    <a:cubicBezTo>
                      <a:pt x="19678" y="68597"/>
                      <a:pt x="18453" y="71436"/>
                      <a:pt x="17406" y="74168"/>
                    </a:cubicBezTo>
                    <a:cubicBezTo>
                      <a:pt x="17247" y="74577"/>
                      <a:pt x="17158" y="75002"/>
                      <a:pt x="16910" y="75943"/>
                    </a:cubicBezTo>
                    <a:cubicBezTo>
                      <a:pt x="28177" y="66379"/>
                      <a:pt x="34458" y="51617"/>
                      <a:pt x="32258" y="36144"/>
                    </a:cubicBezTo>
                    <a:cubicBezTo>
                      <a:pt x="29756" y="18472"/>
                      <a:pt x="16874" y="4756"/>
                      <a:pt x="44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835;p62">
                <a:extLst>
                  <a:ext uri="{FF2B5EF4-FFF2-40B4-BE49-F238E27FC236}">
                    <a16:creationId xmlns:a16="http://schemas.microsoft.com/office/drawing/2014/main" id="{C5D85968-50E3-E984-61B5-341C04B61851}"/>
                  </a:ext>
                </a:extLst>
              </p:cNvPr>
              <p:cNvSpPr/>
              <p:nvPr/>
            </p:nvSpPr>
            <p:spPr>
              <a:xfrm>
                <a:off x="6036094" y="3734681"/>
                <a:ext cx="181628" cy="303024"/>
              </a:xfrm>
              <a:custGeom>
                <a:avLst/>
                <a:gdLst/>
                <a:ahLst/>
                <a:cxnLst/>
                <a:rect l="l" t="t" r="r" b="b"/>
                <a:pathLst>
                  <a:path w="31478" h="52540" extrusionOk="0">
                    <a:moveTo>
                      <a:pt x="28337" y="1"/>
                    </a:moveTo>
                    <a:cubicBezTo>
                      <a:pt x="13326" y="5785"/>
                      <a:pt x="2556" y="18986"/>
                      <a:pt x="1" y="34405"/>
                    </a:cubicBezTo>
                    <a:cubicBezTo>
                      <a:pt x="516" y="36961"/>
                      <a:pt x="764" y="39569"/>
                      <a:pt x="1154" y="42159"/>
                    </a:cubicBezTo>
                    <a:cubicBezTo>
                      <a:pt x="1172" y="42266"/>
                      <a:pt x="1438" y="42355"/>
                      <a:pt x="1687" y="42496"/>
                    </a:cubicBezTo>
                    <a:cubicBezTo>
                      <a:pt x="1687" y="41574"/>
                      <a:pt x="1704" y="40704"/>
                      <a:pt x="1704" y="39835"/>
                    </a:cubicBezTo>
                    <a:lnTo>
                      <a:pt x="2112" y="39817"/>
                    </a:lnTo>
                    <a:lnTo>
                      <a:pt x="3905" y="45513"/>
                    </a:lnTo>
                    <a:cubicBezTo>
                      <a:pt x="4490" y="45956"/>
                      <a:pt x="5289" y="46595"/>
                      <a:pt x="6122" y="47145"/>
                    </a:cubicBezTo>
                    <a:cubicBezTo>
                      <a:pt x="6548" y="47465"/>
                      <a:pt x="7045" y="47678"/>
                      <a:pt x="7560" y="47784"/>
                    </a:cubicBezTo>
                    <a:cubicBezTo>
                      <a:pt x="9813" y="48068"/>
                      <a:pt x="12492" y="48884"/>
                      <a:pt x="13557" y="50481"/>
                    </a:cubicBezTo>
                    <a:cubicBezTo>
                      <a:pt x="14515" y="51971"/>
                      <a:pt x="15810" y="52202"/>
                      <a:pt x="16751" y="52539"/>
                    </a:cubicBezTo>
                    <a:lnTo>
                      <a:pt x="18827" y="51652"/>
                    </a:lnTo>
                    <a:cubicBezTo>
                      <a:pt x="18720" y="51475"/>
                      <a:pt x="18632" y="51155"/>
                      <a:pt x="18525" y="51138"/>
                    </a:cubicBezTo>
                    <a:cubicBezTo>
                      <a:pt x="15367" y="50960"/>
                      <a:pt x="15367" y="50978"/>
                      <a:pt x="14905" y="48015"/>
                    </a:cubicBezTo>
                    <a:cubicBezTo>
                      <a:pt x="14870" y="47695"/>
                      <a:pt x="14799" y="47376"/>
                      <a:pt x="14675" y="46755"/>
                    </a:cubicBezTo>
                    <a:lnTo>
                      <a:pt x="11818" y="46152"/>
                    </a:lnTo>
                    <a:lnTo>
                      <a:pt x="12031" y="42461"/>
                    </a:lnTo>
                    <a:cubicBezTo>
                      <a:pt x="12009" y="42460"/>
                      <a:pt x="11988" y="42460"/>
                      <a:pt x="11967" y="42460"/>
                    </a:cubicBezTo>
                    <a:cubicBezTo>
                      <a:pt x="9761" y="42460"/>
                      <a:pt x="10756" y="45214"/>
                      <a:pt x="9157" y="45531"/>
                    </a:cubicBezTo>
                    <a:cubicBezTo>
                      <a:pt x="7577" y="44537"/>
                      <a:pt x="7577" y="44537"/>
                      <a:pt x="6832" y="39036"/>
                    </a:cubicBezTo>
                    <a:cubicBezTo>
                      <a:pt x="7471" y="36162"/>
                      <a:pt x="10807" y="37120"/>
                      <a:pt x="11570" y="34867"/>
                    </a:cubicBezTo>
                    <a:lnTo>
                      <a:pt x="13876" y="35683"/>
                    </a:lnTo>
                    <a:cubicBezTo>
                      <a:pt x="13930" y="37014"/>
                      <a:pt x="14213" y="38274"/>
                      <a:pt x="15651" y="39090"/>
                    </a:cubicBezTo>
                    <a:lnTo>
                      <a:pt x="14870" y="33554"/>
                    </a:lnTo>
                    <a:cubicBezTo>
                      <a:pt x="15012" y="33305"/>
                      <a:pt x="15189" y="33092"/>
                      <a:pt x="15367" y="32880"/>
                    </a:cubicBezTo>
                    <a:cubicBezTo>
                      <a:pt x="16733" y="31584"/>
                      <a:pt x="18720" y="30662"/>
                      <a:pt x="18277" y="28231"/>
                    </a:cubicBezTo>
                    <a:cubicBezTo>
                      <a:pt x="19217" y="27148"/>
                      <a:pt x="19501" y="25569"/>
                      <a:pt x="20903" y="24824"/>
                    </a:cubicBezTo>
                    <a:cubicBezTo>
                      <a:pt x="21169" y="24664"/>
                      <a:pt x="21701" y="24540"/>
                      <a:pt x="21701" y="24416"/>
                    </a:cubicBezTo>
                    <a:cubicBezTo>
                      <a:pt x="21701" y="22606"/>
                      <a:pt x="23298" y="22375"/>
                      <a:pt x="24345" y="21453"/>
                    </a:cubicBezTo>
                    <a:cubicBezTo>
                      <a:pt x="24698" y="21969"/>
                      <a:pt x="25002" y="22149"/>
                      <a:pt x="25280" y="22149"/>
                    </a:cubicBezTo>
                    <a:cubicBezTo>
                      <a:pt x="25925" y="22149"/>
                      <a:pt x="26432" y="21185"/>
                      <a:pt x="27082" y="21185"/>
                    </a:cubicBezTo>
                    <a:cubicBezTo>
                      <a:pt x="27098" y="21185"/>
                      <a:pt x="27114" y="21185"/>
                      <a:pt x="27131" y="21187"/>
                    </a:cubicBezTo>
                    <a:cubicBezTo>
                      <a:pt x="27184" y="21187"/>
                      <a:pt x="27237" y="20867"/>
                      <a:pt x="27255" y="20832"/>
                    </a:cubicBezTo>
                    <a:lnTo>
                      <a:pt x="25250" y="19909"/>
                    </a:lnTo>
                    <a:lnTo>
                      <a:pt x="25835" y="18348"/>
                    </a:lnTo>
                    <a:lnTo>
                      <a:pt x="24274" y="17851"/>
                    </a:lnTo>
                    <a:cubicBezTo>
                      <a:pt x="25161" y="17514"/>
                      <a:pt x="26048" y="17727"/>
                      <a:pt x="26829" y="17531"/>
                    </a:cubicBezTo>
                    <a:cubicBezTo>
                      <a:pt x="27610" y="17336"/>
                      <a:pt x="28266" y="16751"/>
                      <a:pt x="28976" y="16325"/>
                    </a:cubicBezTo>
                    <a:cubicBezTo>
                      <a:pt x="29774" y="15846"/>
                      <a:pt x="30573" y="15349"/>
                      <a:pt x="31478" y="14781"/>
                    </a:cubicBezTo>
                    <a:cubicBezTo>
                      <a:pt x="30466" y="12723"/>
                      <a:pt x="27769" y="12049"/>
                      <a:pt x="27698" y="9565"/>
                    </a:cubicBezTo>
                    <a:lnTo>
                      <a:pt x="25143" y="11836"/>
                    </a:lnTo>
                    <a:cubicBezTo>
                      <a:pt x="25764" y="8571"/>
                      <a:pt x="23600" y="8908"/>
                      <a:pt x="22269" y="8465"/>
                    </a:cubicBezTo>
                    <a:cubicBezTo>
                      <a:pt x="21932" y="8855"/>
                      <a:pt x="21559" y="9032"/>
                      <a:pt x="21027" y="9316"/>
                    </a:cubicBezTo>
                    <a:lnTo>
                      <a:pt x="21825" y="10132"/>
                    </a:lnTo>
                    <a:lnTo>
                      <a:pt x="20353" y="11197"/>
                    </a:lnTo>
                    <a:cubicBezTo>
                      <a:pt x="21772" y="12244"/>
                      <a:pt x="20956" y="13628"/>
                      <a:pt x="20690" y="13734"/>
                    </a:cubicBezTo>
                    <a:cubicBezTo>
                      <a:pt x="18756" y="14444"/>
                      <a:pt x="19217" y="16396"/>
                      <a:pt x="18401" y="17620"/>
                    </a:cubicBezTo>
                    <a:lnTo>
                      <a:pt x="17460" y="16910"/>
                    </a:lnTo>
                    <a:cubicBezTo>
                      <a:pt x="17052" y="16502"/>
                      <a:pt x="17886" y="16360"/>
                      <a:pt x="17851" y="16023"/>
                    </a:cubicBezTo>
                    <a:cubicBezTo>
                      <a:pt x="17833" y="15580"/>
                      <a:pt x="17744" y="15136"/>
                      <a:pt x="17673" y="14639"/>
                    </a:cubicBezTo>
                    <a:lnTo>
                      <a:pt x="14781" y="13805"/>
                    </a:lnTo>
                    <a:cubicBezTo>
                      <a:pt x="14391" y="10558"/>
                      <a:pt x="17727" y="10026"/>
                      <a:pt x="19075" y="8056"/>
                    </a:cubicBezTo>
                    <a:cubicBezTo>
                      <a:pt x="19476" y="8451"/>
                      <a:pt x="19895" y="8555"/>
                      <a:pt x="20323" y="8555"/>
                    </a:cubicBezTo>
                    <a:cubicBezTo>
                      <a:pt x="20808" y="8555"/>
                      <a:pt x="21305" y="8420"/>
                      <a:pt x="21802" y="8420"/>
                    </a:cubicBezTo>
                    <a:cubicBezTo>
                      <a:pt x="21952" y="8420"/>
                      <a:pt x="22102" y="8433"/>
                      <a:pt x="22251" y="8465"/>
                    </a:cubicBezTo>
                    <a:cubicBezTo>
                      <a:pt x="22127" y="7702"/>
                      <a:pt x="22056" y="7152"/>
                      <a:pt x="21967" y="6495"/>
                    </a:cubicBezTo>
                    <a:cubicBezTo>
                      <a:pt x="23198" y="6481"/>
                      <a:pt x="23566" y="4540"/>
                      <a:pt x="24952" y="4540"/>
                    </a:cubicBezTo>
                    <a:cubicBezTo>
                      <a:pt x="25264" y="4540"/>
                      <a:pt x="25629" y="4639"/>
                      <a:pt x="26066" y="4880"/>
                    </a:cubicBezTo>
                    <a:cubicBezTo>
                      <a:pt x="25374" y="5963"/>
                      <a:pt x="24274" y="6335"/>
                      <a:pt x="23458" y="7010"/>
                    </a:cubicBezTo>
                    <a:lnTo>
                      <a:pt x="26243" y="8376"/>
                    </a:lnTo>
                    <a:lnTo>
                      <a:pt x="28089" y="7205"/>
                    </a:lnTo>
                    <a:lnTo>
                      <a:pt x="28160" y="5324"/>
                    </a:lnTo>
                    <a:cubicBezTo>
                      <a:pt x="28332" y="5383"/>
                      <a:pt x="28506" y="5414"/>
                      <a:pt x="28690" y="5414"/>
                    </a:cubicBezTo>
                    <a:cubicBezTo>
                      <a:pt x="29226" y="5414"/>
                      <a:pt x="29853" y="5151"/>
                      <a:pt x="30804" y="4543"/>
                    </a:cubicBezTo>
                    <a:lnTo>
                      <a:pt x="29029" y="3621"/>
                    </a:lnTo>
                    <a:lnTo>
                      <a:pt x="29561" y="2733"/>
                    </a:lnTo>
                    <a:lnTo>
                      <a:pt x="28231" y="1722"/>
                    </a:lnTo>
                    <a:cubicBezTo>
                      <a:pt x="28355" y="1190"/>
                      <a:pt x="28692" y="586"/>
                      <a:pt x="28515" y="232"/>
                    </a:cubicBezTo>
                    <a:cubicBezTo>
                      <a:pt x="28479" y="161"/>
                      <a:pt x="28408" y="72"/>
                      <a:pt x="2833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836;p62">
                <a:extLst>
                  <a:ext uri="{FF2B5EF4-FFF2-40B4-BE49-F238E27FC236}">
                    <a16:creationId xmlns:a16="http://schemas.microsoft.com/office/drawing/2014/main" id="{837FF860-42E1-0B8D-EBED-BF02DB4B2A9D}"/>
                  </a:ext>
                </a:extLst>
              </p:cNvPr>
              <p:cNvSpPr/>
              <p:nvPr/>
            </p:nvSpPr>
            <p:spPr>
              <a:xfrm>
                <a:off x="6143575" y="4010833"/>
                <a:ext cx="186233" cy="216616"/>
              </a:xfrm>
              <a:custGeom>
                <a:avLst/>
                <a:gdLst/>
                <a:ahLst/>
                <a:cxnLst/>
                <a:rect l="l" t="t" r="r" b="b"/>
                <a:pathLst>
                  <a:path w="32276" h="37558" extrusionOk="0">
                    <a:moveTo>
                      <a:pt x="3376" y="1"/>
                    </a:moveTo>
                    <a:cubicBezTo>
                      <a:pt x="3358" y="1"/>
                      <a:pt x="3345" y="4"/>
                      <a:pt x="3336" y="12"/>
                    </a:cubicBezTo>
                    <a:cubicBezTo>
                      <a:pt x="905" y="2621"/>
                      <a:pt x="905" y="2621"/>
                      <a:pt x="1243" y="6400"/>
                    </a:cubicBezTo>
                    <a:cubicBezTo>
                      <a:pt x="1260" y="6595"/>
                      <a:pt x="1118" y="6790"/>
                      <a:pt x="1065" y="7003"/>
                    </a:cubicBezTo>
                    <a:cubicBezTo>
                      <a:pt x="693" y="8405"/>
                      <a:pt x="338" y="9807"/>
                      <a:pt x="1" y="11155"/>
                    </a:cubicBezTo>
                    <a:lnTo>
                      <a:pt x="1118" y="14012"/>
                    </a:lnTo>
                    <a:cubicBezTo>
                      <a:pt x="2147" y="15148"/>
                      <a:pt x="3106" y="16283"/>
                      <a:pt x="4188" y="17330"/>
                    </a:cubicBezTo>
                    <a:cubicBezTo>
                      <a:pt x="5271" y="18413"/>
                      <a:pt x="5677" y="20424"/>
                      <a:pt x="7592" y="20424"/>
                    </a:cubicBezTo>
                    <a:cubicBezTo>
                      <a:pt x="7779" y="20424"/>
                      <a:pt x="7980" y="20405"/>
                      <a:pt x="8198" y="20364"/>
                    </a:cubicBezTo>
                    <a:cubicBezTo>
                      <a:pt x="9263" y="21234"/>
                      <a:pt x="10735" y="21553"/>
                      <a:pt x="11179" y="23221"/>
                    </a:cubicBezTo>
                    <a:cubicBezTo>
                      <a:pt x="11587" y="24711"/>
                      <a:pt x="12669" y="26024"/>
                      <a:pt x="13024" y="27515"/>
                    </a:cubicBezTo>
                    <a:cubicBezTo>
                      <a:pt x="13361" y="28863"/>
                      <a:pt x="14461" y="29662"/>
                      <a:pt x="14834" y="30780"/>
                    </a:cubicBezTo>
                    <a:cubicBezTo>
                      <a:pt x="15278" y="32128"/>
                      <a:pt x="15970" y="33246"/>
                      <a:pt x="16573" y="34470"/>
                    </a:cubicBezTo>
                    <a:cubicBezTo>
                      <a:pt x="17070" y="35428"/>
                      <a:pt x="18223" y="35038"/>
                      <a:pt x="18525" y="36191"/>
                    </a:cubicBezTo>
                    <a:cubicBezTo>
                      <a:pt x="18631" y="36564"/>
                      <a:pt x="18844" y="36901"/>
                      <a:pt x="19146" y="37185"/>
                    </a:cubicBezTo>
                    <a:cubicBezTo>
                      <a:pt x="20299" y="37345"/>
                      <a:pt x="21470" y="37469"/>
                      <a:pt x="22659" y="37558"/>
                    </a:cubicBezTo>
                    <a:cubicBezTo>
                      <a:pt x="22559" y="37158"/>
                      <a:pt x="22490" y="36790"/>
                      <a:pt x="21808" y="36790"/>
                    </a:cubicBezTo>
                    <a:cubicBezTo>
                      <a:pt x="21763" y="36790"/>
                      <a:pt x="21716" y="36791"/>
                      <a:pt x="21665" y="36795"/>
                    </a:cubicBezTo>
                    <a:cubicBezTo>
                      <a:pt x="21645" y="36796"/>
                      <a:pt x="21626" y="36796"/>
                      <a:pt x="21608" y="36796"/>
                    </a:cubicBezTo>
                    <a:cubicBezTo>
                      <a:pt x="20725" y="36796"/>
                      <a:pt x="22437" y="35547"/>
                      <a:pt x="21115" y="35251"/>
                    </a:cubicBezTo>
                    <a:cubicBezTo>
                      <a:pt x="20388" y="35073"/>
                      <a:pt x="22109" y="33707"/>
                      <a:pt x="20725" y="33246"/>
                    </a:cubicBezTo>
                    <a:lnTo>
                      <a:pt x="20920" y="32980"/>
                    </a:lnTo>
                    <a:lnTo>
                      <a:pt x="22783" y="32394"/>
                    </a:lnTo>
                    <a:lnTo>
                      <a:pt x="21860" y="30017"/>
                    </a:lnTo>
                    <a:lnTo>
                      <a:pt x="23191" y="29839"/>
                    </a:lnTo>
                    <a:cubicBezTo>
                      <a:pt x="23599" y="29041"/>
                      <a:pt x="24007" y="28313"/>
                      <a:pt x="24380" y="27550"/>
                    </a:cubicBezTo>
                    <a:cubicBezTo>
                      <a:pt x="24646" y="26982"/>
                      <a:pt x="25178" y="26308"/>
                      <a:pt x="25036" y="25829"/>
                    </a:cubicBezTo>
                    <a:cubicBezTo>
                      <a:pt x="24451" y="23718"/>
                      <a:pt x="26083" y="22972"/>
                      <a:pt x="27343" y="22529"/>
                    </a:cubicBezTo>
                    <a:cubicBezTo>
                      <a:pt x="28603" y="22068"/>
                      <a:pt x="29082" y="21482"/>
                      <a:pt x="29242" y="20311"/>
                    </a:cubicBezTo>
                    <a:cubicBezTo>
                      <a:pt x="29419" y="19069"/>
                      <a:pt x="29809" y="17862"/>
                      <a:pt x="29898" y="16620"/>
                    </a:cubicBezTo>
                    <a:cubicBezTo>
                      <a:pt x="29987" y="15467"/>
                      <a:pt x="30005" y="14438"/>
                      <a:pt x="31087" y="13675"/>
                    </a:cubicBezTo>
                    <a:cubicBezTo>
                      <a:pt x="31442" y="13444"/>
                      <a:pt x="31531" y="12788"/>
                      <a:pt x="31655" y="12309"/>
                    </a:cubicBezTo>
                    <a:cubicBezTo>
                      <a:pt x="32276" y="10144"/>
                      <a:pt x="31868" y="9612"/>
                      <a:pt x="29490" y="9133"/>
                    </a:cubicBezTo>
                    <a:cubicBezTo>
                      <a:pt x="29100" y="9062"/>
                      <a:pt x="28816" y="8494"/>
                      <a:pt x="28266" y="7926"/>
                    </a:cubicBezTo>
                    <a:lnTo>
                      <a:pt x="24895" y="8778"/>
                    </a:lnTo>
                    <a:cubicBezTo>
                      <a:pt x="24522" y="7678"/>
                      <a:pt x="23315" y="7678"/>
                      <a:pt x="22215" y="7465"/>
                    </a:cubicBezTo>
                    <a:lnTo>
                      <a:pt x="21647" y="8157"/>
                    </a:lnTo>
                    <a:lnTo>
                      <a:pt x="18063" y="3597"/>
                    </a:lnTo>
                    <a:cubicBezTo>
                      <a:pt x="16840" y="3528"/>
                      <a:pt x="15905" y="3374"/>
                      <a:pt x="15067" y="3374"/>
                    </a:cubicBezTo>
                    <a:cubicBezTo>
                      <a:pt x="14823" y="3374"/>
                      <a:pt x="14587" y="3387"/>
                      <a:pt x="14355" y="3419"/>
                    </a:cubicBezTo>
                    <a:cubicBezTo>
                      <a:pt x="14295" y="3427"/>
                      <a:pt x="14238" y="3430"/>
                      <a:pt x="14183" y="3430"/>
                    </a:cubicBezTo>
                    <a:cubicBezTo>
                      <a:pt x="13092" y="3430"/>
                      <a:pt x="13035" y="1981"/>
                      <a:pt x="11835" y="1964"/>
                    </a:cubicBezTo>
                    <a:cubicBezTo>
                      <a:pt x="11108" y="1964"/>
                      <a:pt x="9901" y="1467"/>
                      <a:pt x="9582" y="438"/>
                    </a:cubicBezTo>
                    <a:cubicBezTo>
                      <a:pt x="8677" y="793"/>
                      <a:pt x="7914" y="1361"/>
                      <a:pt x="7133" y="1361"/>
                    </a:cubicBezTo>
                    <a:cubicBezTo>
                      <a:pt x="7119" y="1361"/>
                      <a:pt x="7105" y="1361"/>
                      <a:pt x="7091" y="1361"/>
                    </a:cubicBezTo>
                    <a:cubicBezTo>
                      <a:pt x="6288" y="1361"/>
                      <a:pt x="5470" y="877"/>
                      <a:pt x="4703" y="616"/>
                    </a:cubicBezTo>
                    <a:lnTo>
                      <a:pt x="4170" y="1184"/>
                    </a:lnTo>
                    <a:lnTo>
                      <a:pt x="3585" y="48"/>
                    </a:lnTo>
                    <a:cubicBezTo>
                      <a:pt x="3517" y="34"/>
                      <a:pt x="3429" y="1"/>
                      <a:pt x="337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837;p62">
                <a:extLst>
                  <a:ext uri="{FF2B5EF4-FFF2-40B4-BE49-F238E27FC236}">
                    <a16:creationId xmlns:a16="http://schemas.microsoft.com/office/drawing/2014/main" id="{DDE2BB46-44C6-50B4-3A93-FF225A55D0BD}"/>
                  </a:ext>
                </a:extLst>
              </p:cNvPr>
              <p:cNvSpPr/>
              <p:nvPr/>
            </p:nvSpPr>
            <p:spPr>
              <a:xfrm>
                <a:off x="6110513" y="3969114"/>
                <a:ext cx="33997" cy="13957"/>
              </a:xfrm>
              <a:custGeom>
                <a:avLst/>
                <a:gdLst/>
                <a:ahLst/>
                <a:cxnLst/>
                <a:rect l="l" t="t" r="r" b="b"/>
                <a:pathLst>
                  <a:path w="5892" h="2420" extrusionOk="0">
                    <a:moveTo>
                      <a:pt x="2076" y="1"/>
                    </a:moveTo>
                    <a:cubicBezTo>
                      <a:pt x="1454" y="1"/>
                      <a:pt x="791" y="230"/>
                      <a:pt x="0" y="592"/>
                    </a:cubicBezTo>
                    <a:cubicBezTo>
                      <a:pt x="564" y="957"/>
                      <a:pt x="1113" y="1415"/>
                      <a:pt x="1254" y="1415"/>
                    </a:cubicBezTo>
                    <a:cubicBezTo>
                      <a:pt x="1264" y="1415"/>
                      <a:pt x="1272" y="1412"/>
                      <a:pt x="1278" y="1408"/>
                    </a:cubicBezTo>
                    <a:cubicBezTo>
                      <a:pt x="1606" y="1108"/>
                      <a:pt x="1874" y="952"/>
                      <a:pt x="2167" y="952"/>
                    </a:cubicBezTo>
                    <a:cubicBezTo>
                      <a:pt x="2429" y="952"/>
                      <a:pt x="2710" y="1077"/>
                      <a:pt x="3070" y="1337"/>
                    </a:cubicBezTo>
                    <a:cubicBezTo>
                      <a:pt x="3815" y="1869"/>
                      <a:pt x="4773" y="2011"/>
                      <a:pt x="5838" y="2419"/>
                    </a:cubicBezTo>
                    <a:lnTo>
                      <a:pt x="5891" y="1071"/>
                    </a:lnTo>
                    <a:cubicBezTo>
                      <a:pt x="5040" y="893"/>
                      <a:pt x="4170" y="964"/>
                      <a:pt x="3656" y="574"/>
                    </a:cubicBezTo>
                    <a:cubicBezTo>
                      <a:pt x="3121" y="171"/>
                      <a:pt x="2614" y="1"/>
                      <a:pt x="207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838;p62">
                <a:extLst>
                  <a:ext uri="{FF2B5EF4-FFF2-40B4-BE49-F238E27FC236}">
                    <a16:creationId xmlns:a16="http://schemas.microsoft.com/office/drawing/2014/main" id="{F4206416-3A82-42C1-3AC2-C0AC5E8365E4}"/>
                  </a:ext>
                </a:extLst>
              </p:cNvPr>
              <p:cNvSpPr/>
              <p:nvPr/>
            </p:nvSpPr>
            <p:spPr>
              <a:xfrm>
                <a:off x="6151865" y="3979381"/>
                <a:ext cx="35739" cy="11875"/>
              </a:xfrm>
              <a:custGeom>
                <a:avLst/>
                <a:gdLst/>
                <a:ahLst/>
                <a:cxnLst/>
                <a:rect l="l" t="t" r="r" b="b"/>
                <a:pathLst>
                  <a:path w="6194" h="2059" extrusionOk="0">
                    <a:moveTo>
                      <a:pt x="6193" y="0"/>
                    </a:moveTo>
                    <a:lnTo>
                      <a:pt x="6193" y="0"/>
                    </a:lnTo>
                    <a:cubicBezTo>
                      <a:pt x="4801" y="195"/>
                      <a:pt x="3970" y="433"/>
                      <a:pt x="3202" y="433"/>
                    </a:cubicBezTo>
                    <a:cubicBezTo>
                      <a:pt x="3128" y="433"/>
                      <a:pt x="3055" y="431"/>
                      <a:pt x="2982" y="426"/>
                    </a:cubicBezTo>
                    <a:cubicBezTo>
                      <a:pt x="2453" y="395"/>
                      <a:pt x="1944" y="74"/>
                      <a:pt x="1353" y="74"/>
                    </a:cubicBezTo>
                    <a:cubicBezTo>
                      <a:pt x="951" y="74"/>
                      <a:pt x="511" y="222"/>
                      <a:pt x="1" y="710"/>
                    </a:cubicBezTo>
                    <a:lnTo>
                      <a:pt x="1473" y="2059"/>
                    </a:lnTo>
                    <a:cubicBezTo>
                      <a:pt x="2432" y="409"/>
                      <a:pt x="4472" y="1526"/>
                      <a:pt x="619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839;p62">
                <a:extLst>
                  <a:ext uri="{FF2B5EF4-FFF2-40B4-BE49-F238E27FC236}">
                    <a16:creationId xmlns:a16="http://schemas.microsoft.com/office/drawing/2014/main" id="{FB62CEDF-2187-E54D-C6AD-7590F7BFCB1D}"/>
                  </a:ext>
                </a:extLst>
              </p:cNvPr>
              <p:cNvSpPr/>
              <p:nvPr/>
            </p:nvSpPr>
            <p:spPr>
              <a:xfrm>
                <a:off x="6203762" y="3831292"/>
                <a:ext cx="19768" cy="12285"/>
              </a:xfrm>
              <a:custGeom>
                <a:avLst/>
                <a:gdLst/>
                <a:ahLst/>
                <a:cxnLst/>
                <a:rect l="l" t="t" r="r" b="b"/>
                <a:pathLst>
                  <a:path w="3426" h="2130" extrusionOk="0">
                    <a:moveTo>
                      <a:pt x="1473" y="1"/>
                    </a:moveTo>
                    <a:lnTo>
                      <a:pt x="1" y="1828"/>
                    </a:lnTo>
                    <a:lnTo>
                      <a:pt x="3372" y="2130"/>
                    </a:lnTo>
                    <a:cubicBezTo>
                      <a:pt x="3407" y="1917"/>
                      <a:pt x="3425" y="1704"/>
                      <a:pt x="3425" y="1509"/>
                    </a:cubicBezTo>
                    <a:cubicBezTo>
                      <a:pt x="3390" y="1172"/>
                      <a:pt x="3301" y="870"/>
                      <a:pt x="3248" y="586"/>
                    </a:cubicBezTo>
                    <a:lnTo>
                      <a:pt x="147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1" name="Google Shape;851;p62">
            <a:extLst>
              <a:ext uri="{FF2B5EF4-FFF2-40B4-BE49-F238E27FC236}">
                <a16:creationId xmlns:a16="http://schemas.microsoft.com/office/drawing/2014/main" id="{4645A9F5-3DEB-FE77-E10F-648B16CE716D}"/>
              </a:ext>
            </a:extLst>
          </p:cNvPr>
          <p:cNvSpPr/>
          <p:nvPr/>
        </p:nvSpPr>
        <p:spPr>
          <a:xfrm>
            <a:off x="1583963" y="2517684"/>
            <a:ext cx="345548" cy="674835"/>
          </a:xfrm>
          <a:custGeom>
            <a:avLst/>
            <a:gdLst/>
            <a:ahLst/>
            <a:cxnLst/>
            <a:rect l="l" t="t" r="r" b="b"/>
            <a:pathLst>
              <a:path w="24160" h="47183" extrusionOk="0">
                <a:moveTo>
                  <a:pt x="12080" y="47183"/>
                </a:moveTo>
                <a:lnTo>
                  <a:pt x="10020" y="17166"/>
                </a:lnTo>
                <a:lnTo>
                  <a:pt x="4431" y="17166"/>
                </a:lnTo>
                <a:cubicBezTo>
                  <a:pt x="1993" y="17166"/>
                  <a:pt x="0" y="15173"/>
                  <a:pt x="0" y="12738"/>
                </a:cubicBezTo>
                <a:lnTo>
                  <a:pt x="0" y="4431"/>
                </a:lnTo>
                <a:cubicBezTo>
                  <a:pt x="0" y="1994"/>
                  <a:pt x="1993" y="1"/>
                  <a:pt x="4431" y="1"/>
                </a:cubicBezTo>
                <a:lnTo>
                  <a:pt x="19732" y="1"/>
                </a:lnTo>
                <a:cubicBezTo>
                  <a:pt x="22167" y="1"/>
                  <a:pt x="24160" y="1994"/>
                  <a:pt x="24160" y="4431"/>
                </a:cubicBezTo>
                <a:lnTo>
                  <a:pt x="24160" y="12738"/>
                </a:lnTo>
                <a:cubicBezTo>
                  <a:pt x="24160" y="15173"/>
                  <a:pt x="22167" y="17166"/>
                  <a:pt x="19732" y="17166"/>
                </a:cubicBezTo>
                <a:lnTo>
                  <a:pt x="14142" y="17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851;p62">
            <a:extLst>
              <a:ext uri="{FF2B5EF4-FFF2-40B4-BE49-F238E27FC236}">
                <a16:creationId xmlns:a16="http://schemas.microsoft.com/office/drawing/2014/main" id="{345FA33E-5CB8-65E0-4125-3584508BC6D5}"/>
              </a:ext>
            </a:extLst>
          </p:cNvPr>
          <p:cNvSpPr/>
          <p:nvPr/>
        </p:nvSpPr>
        <p:spPr>
          <a:xfrm>
            <a:off x="510011" y="2067082"/>
            <a:ext cx="345548" cy="674835"/>
          </a:xfrm>
          <a:custGeom>
            <a:avLst/>
            <a:gdLst/>
            <a:ahLst/>
            <a:cxnLst/>
            <a:rect l="l" t="t" r="r" b="b"/>
            <a:pathLst>
              <a:path w="24160" h="47183" extrusionOk="0">
                <a:moveTo>
                  <a:pt x="12080" y="47183"/>
                </a:moveTo>
                <a:lnTo>
                  <a:pt x="10020" y="17166"/>
                </a:lnTo>
                <a:lnTo>
                  <a:pt x="4431" y="17166"/>
                </a:lnTo>
                <a:cubicBezTo>
                  <a:pt x="1993" y="17166"/>
                  <a:pt x="0" y="15173"/>
                  <a:pt x="0" y="12738"/>
                </a:cubicBezTo>
                <a:lnTo>
                  <a:pt x="0" y="4431"/>
                </a:lnTo>
                <a:cubicBezTo>
                  <a:pt x="0" y="1994"/>
                  <a:pt x="1993" y="1"/>
                  <a:pt x="4431" y="1"/>
                </a:cubicBezTo>
                <a:lnTo>
                  <a:pt x="19732" y="1"/>
                </a:lnTo>
                <a:cubicBezTo>
                  <a:pt x="22167" y="1"/>
                  <a:pt x="24160" y="1994"/>
                  <a:pt x="24160" y="4431"/>
                </a:cubicBezTo>
                <a:lnTo>
                  <a:pt x="24160" y="12738"/>
                </a:lnTo>
                <a:cubicBezTo>
                  <a:pt x="24160" y="15173"/>
                  <a:pt x="22167" y="17166"/>
                  <a:pt x="19732" y="17166"/>
                </a:cubicBezTo>
                <a:lnTo>
                  <a:pt x="14142" y="17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851;p62">
            <a:extLst>
              <a:ext uri="{FF2B5EF4-FFF2-40B4-BE49-F238E27FC236}">
                <a16:creationId xmlns:a16="http://schemas.microsoft.com/office/drawing/2014/main" id="{CF89137E-8A2F-43A9-82A6-BA16D8132AAA}"/>
              </a:ext>
            </a:extLst>
          </p:cNvPr>
          <p:cNvSpPr/>
          <p:nvPr/>
        </p:nvSpPr>
        <p:spPr>
          <a:xfrm>
            <a:off x="291022" y="3886077"/>
            <a:ext cx="345548" cy="674835"/>
          </a:xfrm>
          <a:custGeom>
            <a:avLst/>
            <a:gdLst/>
            <a:ahLst/>
            <a:cxnLst/>
            <a:rect l="l" t="t" r="r" b="b"/>
            <a:pathLst>
              <a:path w="24160" h="47183" extrusionOk="0">
                <a:moveTo>
                  <a:pt x="12080" y="47183"/>
                </a:moveTo>
                <a:lnTo>
                  <a:pt x="10020" y="17166"/>
                </a:lnTo>
                <a:lnTo>
                  <a:pt x="4431" y="17166"/>
                </a:lnTo>
                <a:cubicBezTo>
                  <a:pt x="1993" y="17166"/>
                  <a:pt x="0" y="15173"/>
                  <a:pt x="0" y="12738"/>
                </a:cubicBezTo>
                <a:lnTo>
                  <a:pt x="0" y="4431"/>
                </a:lnTo>
                <a:cubicBezTo>
                  <a:pt x="0" y="1994"/>
                  <a:pt x="1993" y="1"/>
                  <a:pt x="4431" y="1"/>
                </a:cubicBezTo>
                <a:lnTo>
                  <a:pt x="19732" y="1"/>
                </a:lnTo>
                <a:cubicBezTo>
                  <a:pt x="22167" y="1"/>
                  <a:pt x="24160" y="1994"/>
                  <a:pt x="24160" y="4431"/>
                </a:cubicBezTo>
                <a:lnTo>
                  <a:pt x="24160" y="12738"/>
                </a:lnTo>
                <a:cubicBezTo>
                  <a:pt x="24160" y="15173"/>
                  <a:pt x="22167" y="17166"/>
                  <a:pt x="19732" y="17166"/>
                </a:cubicBezTo>
                <a:lnTo>
                  <a:pt x="14142" y="17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4" name="Google Shape;858;p63">
            <a:extLst>
              <a:ext uri="{FF2B5EF4-FFF2-40B4-BE49-F238E27FC236}">
                <a16:creationId xmlns:a16="http://schemas.microsoft.com/office/drawing/2014/main" id="{4B2D393A-E9C6-AE43-8FEC-267B83822BDC}"/>
              </a:ext>
            </a:extLst>
          </p:cNvPr>
          <p:cNvGrpSpPr/>
          <p:nvPr/>
        </p:nvGrpSpPr>
        <p:grpSpPr>
          <a:xfrm>
            <a:off x="2722924" y="1263760"/>
            <a:ext cx="3703626" cy="2624049"/>
            <a:chOff x="4727175" y="1326115"/>
            <a:chExt cx="3516213" cy="2491267"/>
          </a:xfrm>
        </p:grpSpPr>
        <p:sp>
          <p:nvSpPr>
            <p:cNvPr id="65" name="Google Shape;859;p63">
              <a:extLst>
                <a:ext uri="{FF2B5EF4-FFF2-40B4-BE49-F238E27FC236}">
                  <a16:creationId xmlns:a16="http://schemas.microsoft.com/office/drawing/2014/main" id="{5E249682-1DF3-C6B0-16D8-7B6F7D0BA849}"/>
                </a:ext>
              </a:extLst>
            </p:cNvPr>
            <p:cNvSpPr/>
            <p:nvPr/>
          </p:nvSpPr>
          <p:spPr>
            <a:xfrm>
              <a:off x="5829659" y="3242606"/>
              <a:ext cx="1311341" cy="574776"/>
            </a:xfrm>
            <a:custGeom>
              <a:avLst/>
              <a:gdLst/>
              <a:ahLst/>
              <a:cxnLst/>
              <a:rect l="l" t="t" r="r" b="b"/>
              <a:pathLst>
                <a:path w="35598" h="15603" extrusionOk="0">
                  <a:moveTo>
                    <a:pt x="26985" y="0"/>
                  </a:moveTo>
                  <a:lnTo>
                    <a:pt x="8613" y="0"/>
                  </a:lnTo>
                  <a:lnTo>
                    <a:pt x="1" y="15603"/>
                  </a:lnTo>
                  <a:lnTo>
                    <a:pt x="35597" y="1560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860;p63">
              <a:extLst>
                <a:ext uri="{FF2B5EF4-FFF2-40B4-BE49-F238E27FC236}">
                  <a16:creationId xmlns:a16="http://schemas.microsoft.com/office/drawing/2014/main" id="{6CC9C199-4934-C40E-7600-01848176FA4F}"/>
                </a:ext>
              </a:extLst>
            </p:cNvPr>
            <p:cNvSpPr/>
            <p:nvPr/>
          </p:nvSpPr>
          <p:spPr>
            <a:xfrm>
              <a:off x="4727175" y="1326115"/>
              <a:ext cx="3516213" cy="2062200"/>
            </a:xfrm>
            <a:custGeom>
              <a:avLst/>
              <a:gdLst/>
              <a:ahLst/>
              <a:cxnLst/>
              <a:rect l="l" t="t" r="r" b="b"/>
              <a:pathLst>
                <a:path w="95452" h="55981" extrusionOk="0">
                  <a:moveTo>
                    <a:pt x="4431" y="0"/>
                  </a:moveTo>
                  <a:cubicBezTo>
                    <a:pt x="1977" y="0"/>
                    <a:pt x="1" y="1976"/>
                    <a:pt x="1" y="4430"/>
                  </a:cubicBezTo>
                  <a:lnTo>
                    <a:pt x="1" y="51552"/>
                  </a:lnTo>
                  <a:cubicBezTo>
                    <a:pt x="1" y="54006"/>
                    <a:pt x="1977" y="55980"/>
                    <a:pt x="4431" y="55980"/>
                  </a:cubicBezTo>
                  <a:lnTo>
                    <a:pt x="91021" y="55980"/>
                  </a:lnTo>
                  <a:cubicBezTo>
                    <a:pt x="93475" y="55980"/>
                    <a:pt x="95451" y="54006"/>
                    <a:pt x="95451" y="51552"/>
                  </a:cubicBezTo>
                  <a:lnTo>
                    <a:pt x="95451" y="4430"/>
                  </a:lnTo>
                  <a:cubicBezTo>
                    <a:pt x="95451" y="1976"/>
                    <a:pt x="93475" y="0"/>
                    <a:pt x="910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861;p63">
              <a:extLst>
                <a:ext uri="{FF2B5EF4-FFF2-40B4-BE49-F238E27FC236}">
                  <a16:creationId xmlns:a16="http://schemas.microsoft.com/office/drawing/2014/main" id="{1AF0AE99-BC58-7690-CC57-1E5F6F1B7644}"/>
                </a:ext>
              </a:extLst>
            </p:cNvPr>
            <p:cNvSpPr/>
            <p:nvPr/>
          </p:nvSpPr>
          <p:spPr>
            <a:xfrm>
              <a:off x="4904218" y="3215751"/>
              <a:ext cx="49583" cy="49583"/>
            </a:xfrm>
            <a:custGeom>
              <a:avLst/>
              <a:gdLst/>
              <a:ahLst/>
              <a:cxnLst/>
              <a:rect l="l" t="t" r="r" b="b"/>
              <a:pathLst>
                <a:path w="1346" h="1346" extrusionOk="0">
                  <a:moveTo>
                    <a:pt x="576" y="1346"/>
                  </a:moveTo>
                  <a:cubicBezTo>
                    <a:pt x="1088" y="1346"/>
                    <a:pt x="1346" y="727"/>
                    <a:pt x="982" y="364"/>
                  </a:cubicBezTo>
                  <a:cubicBezTo>
                    <a:pt x="619" y="1"/>
                    <a:pt x="0" y="256"/>
                    <a:pt x="0" y="770"/>
                  </a:cubicBezTo>
                  <a:cubicBezTo>
                    <a:pt x="0" y="1088"/>
                    <a:pt x="258" y="1346"/>
                    <a:pt x="576" y="13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862;p63">
              <a:extLst>
                <a:ext uri="{FF2B5EF4-FFF2-40B4-BE49-F238E27FC236}">
                  <a16:creationId xmlns:a16="http://schemas.microsoft.com/office/drawing/2014/main" id="{51B03770-32EE-B95C-E6EF-10C490A4C261}"/>
                </a:ext>
              </a:extLst>
            </p:cNvPr>
            <p:cNvSpPr/>
            <p:nvPr/>
          </p:nvSpPr>
          <p:spPr>
            <a:xfrm>
              <a:off x="4986956" y="3215751"/>
              <a:ext cx="49583" cy="49583"/>
            </a:xfrm>
            <a:custGeom>
              <a:avLst/>
              <a:gdLst/>
              <a:ahLst/>
              <a:cxnLst/>
              <a:rect l="l" t="t" r="r" b="b"/>
              <a:pathLst>
                <a:path w="1346" h="1346" extrusionOk="0">
                  <a:moveTo>
                    <a:pt x="576" y="1346"/>
                  </a:moveTo>
                  <a:cubicBezTo>
                    <a:pt x="1088" y="1346"/>
                    <a:pt x="1346" y="727"/>
                    <a:pt x="985" y="364"/>
                  </a:cubicBezTo>
                  <a:cubicBezTo>
                    <a:pt x="624" y="1"/>
                    <a:pt x="3" y="256"/>
                    <a:pt x="3" y="770"/>
                  </a:cubicBezTo>
                  <a:cubicBezTo>
                    <a:pt x="1" y="1085"/>
                    <a:pt x="259" y="1344"/>
                    <a:pt x="576" y="13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863;p63">
              <a:extLst>
                <a:ext uri="{FF2B5EF4-FFF2-40B4-BE49-F238E27FC236}">
                  <a16:creationId xmlns:a16="http://schemas.microsoft.com/office/drawing/2014/main" id="{E1F1206B-E281-5C64-7C63-4B049CA7C56F}"/>
                </a:ext>
              </a:extLst>
            </p:cNvPr>
            <p:cNvSpPr/>
            <p:nvPr/>
          </p:nvSpPr>
          <p:spPr>
            <a:xfrm>
              <a:off x="5069694" y="3215751"/>
              <a:ext cx="49620" cy="49583"/>
            </a:xfrm>
            <a:custGeom>
              <a:avLst/>
              <a:gdLst/>
              <a:ahLst/>
              <a:cxnLst/>
              <a:rect l="l" t="t" r="r" b="b"/>
              <a:pathLst>
                <a:path w="1347" h="1346" extrusionOk="0">
                  <a:moveTo>
                    <a:pt x="577" y="1346"/>
                  </a:moveTo>
                  <a:cubicBezTo>
                    <a:pt x="1088" y="1346"/>
                    <a:pt x="1346" y="727"/>
                    <a:pt x="983" y="364"/>
                  </a:cubicBezTo>
                  <a:cubicBezTo>
                    <a:pt x="622" y="1"/>
                    <a:pt x="1" y="256"/>
                    <a:pt x="1" y="770"/>
                  </a:cubicBezTo>
                  <a:cubicBezTo>
                    <a:pt x="1" y="1088"/>
                    <a:pt x="259" y="1346"/>
                    <a:pt x="577" y="13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1" name="Picture 70">
            <a:extLst>
              <a:ext uri="{FF2B5EF4-FFF2-40B4-BE49-F238E27FC236}">
                <a16:creationId xmlns:a16="http://schemas.microsoft.com/office/drawing/2014/main" id="{ACC1E319-AB4F-C094-D38B-CBF8CA52A3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316" t="12103" r="15424" b="11581"/>
          <a:stretch>
            <a:fillRect/>
          </a:stretch>
        </p:blipFill>
        <p:spPr>
          <a:xfrm>
            <a:off x="2961629" y="1465243"/>
            <a:ext cx="3255866" cy="1722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5817"/>
      </p:ext>
    </p:extLst>
  </p:cSld>
  <p:clrMapOvr>
    <a:masterClrMapping/>
  </p:clrMapOvr>
</p:sld>
</file>

<file path=ppt/theme/theme1.xml><?xml version="1.0" encoding="utf-8"?>
<a:theme xmlns:a="http://schemas.openxmlformats.org/drawingml/2006/main" name="Computer Science &amp; Mathematics Major For College: Mathematics by Slidesgo">
  <a:themeElements>
    <a:clrScheme name="Custom 8">
      <a:dk1>
        <a:srgbClr val="FFFFFF"/>
      </a:dk1>
      <a:lt1>
        <a:srgbClr val="F3F3F3"/>
      </a:lt1>
      <a:dk2>
        <a:srgbClr val="666666"/>
      </a:dk2>
      <a:lt2>
        <a:srgbClr val="E93F3F"/>
      </a:lt2>
      <a:accent1>
        <a:srgbClr val="FF6A47"/>
      </a:accent1>
      <a:accent2>
        <a:srgbClr val="000000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66666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</TotalTime>
  <Words>449</Words>
  <Application>Microsoft Office PowerPoint</Application>
  <PresentationFormat>On-screen Show (16:9)</PresentationFormat>
  <Paragraphs>74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Bebas Neue</vt:lpstr>
      <vt:lpstr>Poppins SemiBold</vt:lpstr>
      <vt:lpstr>Poppins</vt:lpstr>
      <vt:lpstr>Computer Science &amp; Mathematics Major For College: Mathematics by Slidesgo</vt:lpstr>
      <vt:lpstr>Sentiment Analysis</vt:lpstr>
      <vt:lpstr>PowerPoint Presentation</vt:lpstr>
      <vt:lpstr>Introduction and Objective</vt:lpstr>
      <vt:lpstr>Sentiment Analysis Workflow</vt:lpstr>
      <vt:lpstr>Model Selection </vt:lpstr>
      <vt:lpstr>Model Evaluation</vt:lpstr>
      <vt:lpstr>PowerPoint Presentation</vt:lpstr>
      <vt:lpstr>Limitations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Sudipta Mitra</cp:lastModifiedBy>
  <cp:revision>11</cp:revision>
  <dcterms:modified xsi:type="dcterms:W3CDTF">2025-12-16T16:05:10Z</dcterms:modified>
</cp:coreProperties>
</file>